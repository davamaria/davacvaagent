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1" r:id="rId5"/>
  </p:sldMasterIdLst>
  <p:sldIdLst>
    <p:sldId id="259" r:id="rId6"/>
    <p:sldId id="269" r:id="rId7"/>
    <p:sldId id="271" r:id="rId8"/>
  </p:sldIdLst>
  <p:sldSz cx="24384000" cy="13716000"/>
  <p:notesSz cx="6858000" cy="9144000"/>
  <p:defaultTextStyle>
    <a:defPPr>
      <a:defRPr lang="en-GB"/>
    </a:defPPr>
    <a:lvl1pPr marL="0" algn="l" rtl="0" fontAlgn="ctr" latinLnBrk="0" hangingPunct="1">
      <a:lnSpc>
        <a:spcPct val="110000"/>
      </a:lnSpc>
      <a:spcBef>
        <a:spcPts val="1800"/>
      </a:spcBef>
      <a:buNone/>
      <a:defRPr sz="2000" kern="1200">
        <a:solidFill>
          <a:schemeClr val="dk1"/>
        </a:solidFill>
        <a:latin typeface="+mn-lt"/>
        <a:ea typeface="+mn-ea"/>
        <a:cs typeface="+mn-cs"/>
      </a:defRPr>
    </a:lvl1pPr>
    <a:lvl2pPr marL="266700" indent="-266700" algn="l" rtl="0" eaLnBrk="1" fontAlgn="ctr" latinLnBrk="0" hangingPunct="1">
      <a:lnSpc>
        <a:spcPct val="100000"/>
      </a:lnSpc>
      <a:spcBef>
        <a:spcPts val="600"/>
      </a:spcBef>
      <a:spcAft>
        <a:spcPts val="1200"/>
      </a:spcAft>
      <a:buClr>
        <a:srgbClr val="FF5640"/>
      </a:buClr>
      <a:buSzPct val="140000"/>
      <a:buFont typeface="Dava Sans Medium" pitchFamily="2" charset="0"/>
      <a:buChar char="•"/>
      <a:defRPr sz="2000" kern="1200">
        <a:solidFill>
          <a:schemeClr val="dk1"/>
        </a:solidFill>
        <a:latin typeface="+mn-lt"/>
        <a:ea typeface="+mn-ea"/>
        <a:cs typeface="+mn-cs"/>
      </a:defRPr>
    </a:lvl2pPr>
    <a:lvl3pPr marL="266700" indent="-266700" algn="l" rtl="0" eaLnBrk="1" fontAlgn="ctr" latinLnBrk="0" hangingPunct="1">
      <a:lnSpc>
        <a:spcPct val="100000"/>
      </a:lnSpc>
      <a:spcBef>
        <a:spcPts val="600"/>
      </a:spcBef>
      <a:spcAft>
        <a:spcPts val="1200"/>
      </a:spcAft>
      <a:buClr>
        <a:srgbClr val="FF5640"/>
      </a:buClr>
      <a:buFont typeface="+mn-lt"/>
      <a:buAutoNum type="arabicPlain"/>
      <a:defRPr sz="2000" kern="1200">
        <a:solidFill>
          <a:schemeClr val="dk1"/>
        </a:solidFill>
        <a:latin typeface="+mn-lt"/>
        <a:ea typeface="+mn-ea"/>
        <a:cs typeface="+mn-cs"/>
      </a:defRPr>
    </a:lvl3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ndava Table - Simple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18050" cmpd="sng">
              <a:solidFill>
                <a:schemeClr val="tx1"/>
              </a:solidFill>
            </a:ln>
          </a:bottom>
          <a:insideH>
            <a:ln w="6350" cmpd="sng">
              <a:solidFill>
                <a:schemeClr val="tx1">
                  <a:alpha val="25000"/>
                </a:schemeClr>
              </a:solidFill>
            </a:ln>
          </a:insideH>
          <a:insideV>
            <a:ln w="0" cmpd="sng">
              <a:noFill/>
            </a:ln>
          </a:insideV>
        </a:tcBdr>
      </a:tcStyle>
    </a:wholeTbl>
    <a:band1H>
      <a:tcStyle>
        <a:tcBdr/>
        <a:fill>
          <a:solidFill>
            <a:schemeClr val="tx1">
              <a:alpha val="2000"/>
            </a:schemeClr>
          </a:solidFill>
        </a:fill>
      </a:tcStyle>
    </a:band1H>
    <a:lastRow>
      <a:tcTxStyle b="on">
        <a:fontRef idx="minor">
          <a:prstClr val="black"/>
        </a:fontRef>
        <a:schemeClr val="lt1"/>
      </a:tcTxStyle>
      <a:tcStyle>
        <a:tcBdr>
          <a:bottom>
            <a:ln w="12700" cmpd="sng">
              <a:solidFill>
                <a:schemeClr val="lt1"/>
              </a:solidFill>
            </a:ln>
          </a:bottom>
        </a:tcBdr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tx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24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30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93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1B6677C5-2D20-19FC-5223-482F08079F1F}"/>
              </a:ext>
            </a:extLst>
          </p:cNvPr>
          <p:cNvSpPr txBox="1">
            <a:spLocks/>
          </p:cNvSpPr>
          <p:nvPr userDrawn="1"/>
        </p:nvSpPr>
        <p:spPr>
          <a:xfrm>
            <a:off x="23386800" y="13051200"/>
            <a:ext cx="540000" cy="36000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defRPr kumimoji="0" sz="1800" b="0" i="0" u="none" strike="noStrike" cap="none" spc="0" normalizeH="0" baseline="0">
                <a:solidFill>
                  <a:srgbClr val="2D9C5B"/>
                </a:solidFill>
              </a:defRPr>
            </a:defPPr>
            <a:lvl1pPr marL="0" marR="0" indent="0" algn="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kumimoji="0" sz="1600" b="0" i="0" u="none" strike="noStrike" cap="none" spc="0" normalizeH="0" baseline="0">
                <a:latin typeface="+mn-lt"/>
                <a:ea typeface="+mn-ea"/>
                <a:cs typeface="+mn-cs"/>
                <a:sym typeface="Dava Sans"/>
              </a:defRPr>
            </a:lvl1pPr>
          </a:lstStyle>
          <a:p>
            <a:pPr marL="0" marR="0" lvl="0" indent="0" algn="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GB" sz="1400" b="0" i="0" u="none" strike="noStrike" kern="0" cap="none" spc="0" normalizeH="0" baseline="0" noProof="0" smtClean="0">
                <a:ln>
                  <a:noFill/>
                </a:ln>
                <a:solidFill>
                  <a:srgbClr val="8C959B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Dava Sans"/>
              </a:rPr>
              <a:pPr marL="0" marR="0" lvl="0" indent="0" algn="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8C959B"/>
              </a:solidFill>
              <a:effectLst/>
              <a:uLnTx/>
              <a:uFillTx/>
              <a:latin typeface="+mj-lt"/>
              <a:ea typeface="+mn-ea"/>
              <a:cs typeface="+mn-cs"/>
              <a:sym typeface="Dava Sans"/>
            </a:endParaRPr>
          </a:p>
        </p:txBody>
      </p:sp>
      <p:sp>
        <p:nvSpPr>
          <p:cNvPr id="8" name="© Copyright">
            <a:extLst>
              <a:ext uri="{FF2B5EF4-FFF2-40B4-BE49-F238E27FC236}">
                <a16:creationId xmlns:a16="http://schemas.microsoft.com/office/drawing/2014/main" id="{79800772-1994-C0C2-6731-CAD303BF433A}"/>
              </a:ext>
            </a:extLst>
          </p:cNvPr>
          <p:cNvSpPr txBox="1"/>
          <p:nvPr userDrawn="1"/>
        </p:nvSpPr>
        <p:spPr>
          <a:xfrm>
            <a:off x="610588" y="13051200"/>
            <a:ext cx="7200000" cy="3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:a14="http://schemas.microsoft.com/office/drawing/2010/main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spc="0">
                <a:solidFill>
                  <a:srgbClr val="8C959B"/>
                </a:solidFill>
              </a:defRPr>
            </a:lvl1pPr>
          </a:lstStyle>
          <a:p>
            <a:r>
              <a:rPr lang="en-GB" dirty="0">
                <a:solidFill>
                  <a:schemeClr val="tx1">
                    <a:alpha val="25000"/>
                  </a:schemeClr>
                </a:solidFill>
                <a:latin typeface="+mn-lt"/>
              </a:rPr>
              <a:t>© Copyright 2025 Endava  •  Confidential and Proprietary  •  Version 2.0</a:t>
            </a:r>
          </a:p>
        </p:txBody>
      </p:sp>
      <p:sp>
        <p:nvSpPr>
          <p:cNvPr id="10" name="Endava Shape Placeholder">
            <a:extLst>
              <a:ext uri="{FF2B5EF4-FFF2-40B4-BE49-F238E27FC236}">
                <a16:creationId xmlns:a16="http://schemas.microsoft.com/office/drawing/2014/main" id="{40EABD9F-D221-14EB-C49D-007CAB9384F9}"/>
              </a:ext>
            </a:extLst>
          </p:cNvPr>
          <p:cNvSpPr/>
          <p:nvPr userDrawn="1"/>
        </p:nvSpPr>
        <p:spPr>
          <a:xfrm>
            <a:off x="23581019" y="252129"/>
            <a:ext cx="293686" cy="358896"/>
          </a:xfrm>
          <a:custGeom>
            <a:avLst/>
            <a:gdLst>
              <a:gd name="connsiteX0" fmla="*/ 225468 w 293686"/>
              <a:gd name="connsiteY0" fmla="*/ 111683 h 358896"/>
              <a:gd name="connsiteX1" fmla="*/ 293686 w 293686"/>
              <a:gd name="connsiteY1" fmla="*/ 179467 h 358896"/>
              <a:gd name="connsiteX2" fmla="*/ 225468 w 293686"/>
              <a:gd name="connsiteY2" fmla="*/ 247252 h 358896"/>
              <a:gd name="connsiteX3" fmla="*/ 147376 w 293686"/>
              <a:gd name="connsiteY3" fmla="*/ 179467 h 358896"/>
              <a:gd name="connsiteX4" fmla="*/ 225468 w 293686"/>
              <a:gd name="connsiteY4" fmla="*/ 111683 h 358896"/>
              <a:gd name="connsiteX5" fmla="*/ 69732 w 293686"/>
              <a:gd name="connsiteY5" fmla="*/ 0 h 358896"/>
              <a:gd name="connsiteX6" fmla="*/ 115468 w 293686"/>
              <a:gd name="connsiteY6" fmla="*/ 18822 h 358896"/>
              <a:gd name="connsiteX7" fmla="*/ 139952 w 293686"/>
              <a:gd name="connsiteY7" fmla="*/ 43148 h 358896"/>
              <a:gd name="connsiteX8" fmla="*/ 139932 w 293686"/>
              <a:gd name="connsiteY8" fmla="*/ 43148 h 358896"/>
              <a:gd name="connsiteX9" fmla="*/ 139932 w 293686"/>
              <a:gd name="connsiteY9" fmla="*/ 134014 h 358896"/>
              <a:gd name="connsiteX10" fmla="*/ 139932 w 293686"/>
              <a:gd name="connsiteY10" fmla="*/ 224881 h 358896"/>
              <a:gd name="connsiteX11" fmla="*/ 139932 w 293686"/>
              <a:gd name="connsiteY11" fmla="*/ 315748 h 358896"/>
              <a:gd name="connsiteX12" fmla="*/ 115448 w 293686"/>
              <a:gd name="connsiteY12" fmla="*/ 340074 h 358896"/>
              <a:gd name="connsiteX13" fmla="*/ 23990 w 293686"/>
              <a:gd name="connsiteY13" fmla="*/ 340074 h 358896"/>
              <a:gd name="connsiteX14" fmla="*/ 18956 w 293686"/>
              <a:gd name="connsiteY14" fmla="*/ 335079 h 358896"/>
              <a:gd name="connsiteX15" fmla="*/ 18956 w 293686"/>
              <a:gd name="connsiteY15" fmla="*/ 244211 h 358896"/>
              <a:gd name="connsiteX16" fmla="*/ 20832 w 293686"/>
              <a:gd name="connsiteY16" fmla="*/ 242355 h 358896"/>
              <a:gd name="connsiteX17" fmla="*/ 59868 w 293686"/>
              <a:gd name="connsiteY17" fmla="*/ 218543 h 358896"/>
              <a:gd name="connsiteX18" fmla="*/ 60282 w 293686"/>
              <a:gd name="connsiteY18" fmla="*/ 140826 h 358896"/>
              <a:gd name="connsiteX19" fmla="*/ 20336 w 293686"/>
              <a:gd name="connsiteY19" fmla="*/ 116047 h 358896"/>
              <a:gd name="connsiteX20" fmla="*/ 18976 w 293686"/>
              <a:gd name="connsiteY20" fmla="*/ 114684 h 358896"/>
              <a:gd name="connsiteX21" fmla="*/ 18976 w 293686"/>
              <a:gd name="connsiteY21" fmla="*/ 23817 h 358896"/>
              <a:gd name="connsiteX22" fmla="*/ 24010 w 293686"/>
              <a:gd name="connsiteY22" fmla="*/ 18822 h 358896"/>
              <a:gd name="connsiteX23" fmla="*/ 69732 w 293686"/>
              <a:gd name="connsiteY23" fmla="*/ 0 h 35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93686" h="358896">
                <a:moveTo>
                  <a:pt x="225468" y="111683"/>
                </a:moveTo>
                <a:cubicBezTo>
                  <a:pt x="263160" y="111683"/>
                  <a:pt x="293686" y="142031"/>
                  <a:pt x="293686" y="179467"/>
                </a:cubicBezTo>
                <a:cubicBezTo>
                  <a:pt x="293686" y="216904"/>
                  <a:pt x="263160" y="247252"/>
                  <a:pt x="225468" y="247252"/>
                </a:cubicBezTo>
                <a:cubicBezTo>
                  <a:pt x="188624" y="247252"/>
                  <a:pt x="147376" y="200950"/>
                  <a:pt x="147376" y="179467"/>
                </a:cubicBezTo>
                <a:cubicBezTo>
                  <a:pt x="147376" y="157985"/>
                  <a:pt x="188624" y="111683"/>
                  <a:pt x="225468" y="111683"/>
                </a:cubicBezTo>
                <a:close/>
                <a:moveTo>
                  <a:pt x="69732" y="0"/>
                </a:moveTo>
                <a:cubicBezTo>
                  <a:pt x="86282" y="0"/>
                  <a:pt x="102832" y="6274"/>
                  <a:pt x="115468" y="18822"/>
                </a:cubicBezTo>
                <a:lnTo>
                  <a:pt x="139952" y="43148"/>
                </a:lnTo>
                <a:lnTo>
                  <a:pt x="139932" y="43148"/>
                </a:lnTo>
                <a:cubicBezTo>
                  <a:pt x="165188" y="68224"/>
                  <a:pt x="165188" y="108919"/>
                  <a:pt x="139932" y="134014"/>
                </a:cubicBezTo>
                <a:cubicBezTo>
                  <a:pt x="114660" y="159091"/>
                  <a:pt x="114660" y="199785"/>
                  <a:pt x="139932" y="224881"/>
                </a:cubicBezTo>
                <a:cubicBezTo>
                  <a:pt x="165188" y="249957"/>
                  <a:pt x="165188" y="290652"/>
                  <a:pt x="139932" y="315748"/>
                </a:cubicBezTo>
                <a:lnTo>
                  <a:pt x="115448" y="340074"/>
                </a:lnTo>
                <a:cubicBezTo>
                  <a:pt x="90196" y="365171"/>
                  <a:pt x="49264" y="365171"/>
                  <a:pt x="23990" y="340074"/>
                </a:cubicBezTo>
                <a:lnTo>
                  <a:pt x="18956" y="335079"/>
                </a:lnTo>
                <a:cubicBezTo>
                  <a:pt x="-6318" y="310002"/>
                  <a:pt x="-6318" y="269307"/>
                  <a:pt x="18956" y="244211"/>
                </a:cubicBezTo>
                <a:lnTo>
                  <a:pt x="20832" y="242355"/>
                </a:lnTo>
                <a:cubicBezTo>
                  <a:pt x="31790" y="231496"/>
                  <a:pt x="45236" y="223519"/>
                  <a:pt x="59868" y="218543"/>
                </a:cubicBezTo>
                <a:cubicBezTo>
                  <a:pt x="124986" y="196349"/>
                  <a:pt x="126408" y="164461"/>
                  <a:pt x="60282" y="140826"/>
                </a:cubicBezTo>
                <a:cubicBezTo>
                  <a:pt x="45316" y="135476"/>
                  <a:pt x="31572" y="127202"/>
                  <a:pt x="20336" y="116047"/>
                </a:cubicBezTo>
                <a:lnTo>
                  <a:pt x="18976" y="114684"/>
                </a:lnTo>
                <a:cubicBezTo>
                  <a:pt x="-6300" y="89608"/>
                  <a:pt x="-6300" y="48913"/>
                  <a:pt x="18976" y="23817"/>
                </a:cubicBezTo>
                <a:lnTo>
                  <a:pt x="24010" y="18822"/>
                </a:lnTo>
                <a:cubicBezTo>
                  <a:pt x="36638" y="6274"/>
                  <a:pt x="53184" y="0"/>
                  <a:pt x="69732" y="0"/>
                </a:cubicBezTo>
                <a:close/>
              </a:path>
            </a:pathLst>
          </a:custGeom>
          <a:solidFill>
            <a:schemeClr val="tx1">
              <a:alpha val="25000"/>
            </a:schemeClr>
          </a:solidFill>
          <a:ln w="32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Deck name Placeholder">
            <a:extLst>
              <a:ext uri="{FF2B5EF4-FFF2-40B4-BE49-F238E27FC236}">
                <a16:creationId xmlns:a16="http://schemas.microsoft.com/office/drawing/2014/main" id="{03626692-03AB-CE00-212F-9D8F1916B279}"/>
              </a:ext>
            </a:extLst>
          </p:cNvPr>
          <p:cNvSpPr txBox="1">
            <a:spLocks/>
          </p:cNvSpPr>
          <p:nvPr userDrawn="1"/>
        </p:nvSpPr>
        <p:spPr>
          <a:xfrm>
            <a:off x="17983201" y="251422"/>
            <a:ext cx="5416800" cy="36729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97200" rIns="0" bIns="75600">
            <a:spAutoFit/>
          </a:bodyPr>
          <a:lstStyle>
            <a:lvl1pPr marL="0" indent="0" algn="l" rtl="0" fontAlgn="ctr" latinLnBrk="0" hangingPunct="1">
              <a:lnSpc>
                <a:spcPct val="86000"/>
              </a:lnSpc>
              <a:spcBef>
                <a:spcPts val="0"/>
              </a:spcBef>
              <a:buClrTx/>
              <a:buSz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266700" algn="l"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rgbClr val="FF5640"/>
              </a:buClr>
              <a:buSzPct val="150000"/>
              <a:buFont typeface="Dava Sans Medium" pitchFamily="2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6700" indent="-266700" algn="l"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rgbClr val="FF5640"/>
              </a:buClr>
              <a:buFont typeface="+mn-lt"/>
              <a:buAutoNum type="arabicPlai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algn="r"/>
            <a:r>
              <a:rPr lang="en-GB" dirty="0">
                <a:solidFill>
                  <a:schemeClr val="tx1">
                    <a:alpha val="75000"/>
                  </a:schemeClr>
                </a:solidFill>
              </a:rPr>
              <a:t>Endava BCM Overview</a:t>
            </a:r>
          </a:p>
        </p:txBody>
      </p:sp>
    </p:spTree>
    <p:extLst>
      <p:ext uri="{BB962C8B-B14F-4D97-AF65-F5344CB8AC3E}">
        <p14:creationId xmlns:p14="http://schemas.microsoft.com/office/powerpoint/2010/main" val="2090258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81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1B6677C5-2D20-19FC-5223-482F08079F1F}"/>
              </a:ext>
            </a:extLst>
          </p:cNvPr>
          <p:cNvSpPr txBox="1">
            <a:spLocks/>
          </p:cNvSpPr>
          <p:nvPr userDrawn="1"/>
        </p:nvSpPr>
        <p:spPr>
          <a:xfrm>
            <a:off x="23386800" y="13051200"/>
            <a:ext cx="540000" cy="36000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b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defRPr kumimoji="0" sz="1800" b="0" i="0" u="none" strike="noStrike" cap="none" spc="0" normalizeH="0" baseline="0">
                <a:solidFill>
                  <a:srgbClr val="2D9C5B"/>
                </a:solidFill>
              </a:defRPr>
            </a:defPPr>
            <a:lvl1pPr marL="0" marR="0" indent="0" algn="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kumimoji="0" sz="1600" b="0" i="0" u="none" strike="noStrike" cap="none" spc="0" normalizeH="0" baseline="0">
                <a:latin typeface="+mn-lt"/>
                <a:ea typeface="+mn-ea"/>
                <a:cs typeface="+mn-cs"/>
                <a:sym typeface="Dava Sans"/>
              </a:defRPr>
            </a:lvl1pPr>
          </a:lstStyle>
          <a:p>
            <a:pPr marL="0" marR="0" lvl="0" indent="0" algn="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GB" sz="1400" b="0" i="0" u="none" strike="noStrike" kern="0" cap="none" spc="0" normalizeH="0" baseline="0" noProof="0" smtClean="0">
                <a:ln>
                  <a:noFill/>
                </a:ln>
                <a:solidFill>
                  <a:srgbClr val="8C959B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Dava Sans"/>
              </a:rPr>
              <a:pPr marL="0" marR="0" lvl="0" indent="0" algn="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8C959B"/>
              </a:solidFill>
              <a:effectLst/>
              <a:uLnTx/>
              <a:uFillTx/>
              <a:latin typeface="+mj-lt"/>
              <a:ea typeface="+mn-ea"/>
              <a:cs typeface="+mn-cs"/>
              <a:sym typeface="Dava Sans"/>
            </a:endParaRPr>
          </a:p>
        </p:txBody>
      </p:sp>
      <p:sp>
        <p:nvSpPr>
          <p:cNvPr id="8" name="© Copyright">
            <a:extLst>
              <a:ext uri="{FF2B5EF4-FFF2-40B4-BE49-F238E27FC236}">
                <a16:creationId xmlns:a16="http://schemas.microsoft.com/office/drawing/2014/main" id="{79800772-1994-C0C2-6731-CAD303BF433A}"/>
              </a:ext>
            </a:extLst>
          </p:cNvPr>
          <p:cNvSpPr txBox="1"/>
          <p:nvPr userDrawn="1"/>
        </p:nvSpPr>
        <p:spPr>
          <a:xfrm>
            <a:off x="610588" y="13051200"/>
            <a:ext cx="7200000" cy="3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:a14="http://schemas.microsoft.com/office/drawing/2010/main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spc="0">
                <a:solidFill>
                  <a:srgbClr val="8C959B"/>
                </a:solidFill>
              </a:defRPr>
            </a:lvl1pPr>
          </a:lstStyle>
          <a:p>
            <a:r>
              <a:rPr lang="en-GB" dirty="0">
                <a:solidFill>
                  <a:schemeClr val="tx1">
                    <a:alpha val="25000"/>
                  </a:schemeClr>
                </a:solidFill>
                <a:latin typeface="+mn-lt"/>
              </a:rPr>
              <a:t>© Copyright 2025 Endava  •  Confidential and Proprietary  •  Version 2.0</a:t>
            </a:r>
          </a:p>
        </p:txBody>
      </p:sp>
      <p:sp>
        <p:nvSpPr>
          <p:cNvPr id="10" name="Endava Shape Placeholder">
            <a:extLst>
              <a:ext uri="{FF2B5EF4-FFF2-40B4-BE49-F238E27FC236}">
                <a16:creationId xmlns:a16="http://schemas.microsoft.com/office/drawing/2014/main" id="{40EABD9F-D221-14EB-C49D-007CAB9384F9}"/>
              </a:ext>
            </a:extLst>
          </p:cNvPr>
          <p:cNvSpPr/>
          <p:nvPr userDrawn="1"/>
        </p:nvSpPr>
        <p:spPr>
          <a:xfrm>
            <a:off x="23581019" y="252129"/>
            <a:ext cx="293686" cy="358896"/>
          </a:xfrm>
          <a:custGeom>
            <a:avLst/>
            <a:gdLst>
              <a:gd name="connsiteX0" fmla="*/ 225468 w 293686"/>
              <a:gd name="connsiteY0" fmla="*/ 111683 h 358896"/>
              <a:gd name="connsiteX1" fmla="*/ 293686 w 293686"/>
              <a:gd name="connsiteY1" fmla="*/ 179467 h 358896"/>
              <a:gd name="connsiteX2" fmla="*/ 225468 w 293686"/>
              <a:gd name="connsiteY2" fmla="*/ 247252 h 358896"/>
              <a:gd name="connsiteX3" fmla="*/ 147376 w 293686"/>
              <a:gd name="connsiteY3" fmla="*/ 179467 h 358896"/>
              <a:gd name="connsiteX4" fmla="*/ 225468 w 293686"/>
              <a:gd name="connsiteY4" fmla="*/ 111683 h 358896"/>
              <a:gd name="connsiteX5" fmla="*/ 69732 w 293686"/>
              <a:gd name="connsiteY5" fmla="*/ 0 h 358896"/>
              <a:gd name="connsiteX6" fmla="*/ 115468 w 293686"/>
              <a:gd name="connsiteY6" fmla="*/ 18822 h 358896"/>
              <a:gd name="connsiteX7" fmla="*/ 139952 w 293686"/>
              <a:gd name="connsiteY7" fmla="*/ 43148 h 358896"/>
              <a:gd name="connsiteX8" fmla="*/ 139932 w 293686"/>
              <a:gd name="connsiteY8" fmla="*/ 43148 h 358896"/>
              <a:gd name="connsiteX9" fmla="*/ 139932 w 293686"/>
              <a:gd name="connsiteY9" fmla="*/ 134014 h 358896"/>
              <a:gd name="connsiteX10" fmla="*/ 139932 w 293686"/>
              <a:gd name="connsiteY10" fmla="*/ 224881 h 358896"/>
              <a:gd name="connsiteX11" fmla="*/ 139932 w 293686"/>
              <a:gd name="connsiteY11" fmla="*/ 315748 h 358896"/>
              <a:gd name="connsiteX12" fmla="*/ 115448 w 293686"/>
              <a:gd name="connsiteY12" fmla="*/ 340074 h 358896"/>
              <a:gd name="connsiteX13" fmla="*/ 23990 w 293686"/>
              <a:gd name="connsiteY13" fmla="*/ 340074 h 358896"/>
              <a:gd name="connsiteX14" fmla="*/ 18956 w 293686"/>
              <a:gd name="connsiteY14" fmla="*/ 335079 h 358896"/>
              <a:gd name="connsiteX15" fmla="*/ 18956 w 293686"/>
              <a:gd name="connsiteY15" fmla="*/ 244211 h 358896"/>
              <a:gd name="connsiteX16" fmla="*/ 20832 w 293686"/>
              <a:gd name="connsiteY16" fmla="*/ 242355 h 358896"/>
              <a:gd name="connsiteX17" fmla="*/ 59868 w 293686"/>
              <a:gd name="connsiteY17" fmla="*/ 218543 h 358896"/>
              <a:gd name="connsiteX18" fmla="*/ 60282 w 293686"/>
              <a:gd name="connsiteY18" fmla="*/ 140826 h 358896"/>
              <a:gd name="connsiteX19" fmla="*/ 20336 w 293686"/>
              <a:gd name="connsiteY19" fmla="*/ 116047 h 358896"/>
              <a:gd name="connsiteX20" fmla="*/ 18976 w 293686"/>
              <a:gd name="connsiteY20" fmla="*/ 114684 h 358896"/>
              <a:gd name="connsiteX21" fmla="*/ 18976 w 293686"/>
              <a:gd name="connsiteY21" fmla="*/ 23817 h 358896"/>
              <a:gd name="connsiteX22" fmla="*/ 24010 w 293686"/>
              <a:gd name="connsiteY22" fmla="*/ 18822 h 358896"/>
              <a:gd name="connsiteX23" fmla="*/ 69732 w 293686"/>
              <a:gd name="connsiteY23" fmla="*/ 0 h 35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93686" h="358896">
                <a:moveTo>
                  <a:pt x="225468" y="111683"/>
                </a:moveTo>
                <a:cubicBezTo>
                  <a:pt x="263160" y="111683"/>
                  <a:pt x="293686" y="142031"/>
                  <a:pt x="293686" y="179467"/>
                </a:cubicBezTo>
                <a:cubicBezTo>
                  <a:pt x="293686" y="216904"/>
                  <a:pt x="263160" y="247252"/>
                  <a:pt x="225468" y="247252"/>
                </a:cubicBezTo>
                <a:cubicBezTo>
                  <a:pt x="188624" y="247252"/>
                  <a:pt x="147376" y="200950"/>
                  <a:pt x="147376" y="179467"/>
                </a:cubicBezTo>
                <a:cubicBezTo>
                  <a:pt x="147376" y="157985"/>
                  <a:pt x="188624" y="111683"/>
                  <a:pt x="225468" y="111683"/>
                </a:cubicBezTo>
                <a:close/>
                <a:moveTo>
                  <a:pt x="69732" y="0"/>
                </a:moveTo>
                <a:cubicBezTo>
                  <a:pt x="86282" y="0"/>
                  <a:pt x="102832" y="6274"/>
                  <a:pt x="115468" y="18822"/>
                </a:cubicBezTo>
                <a:lnTo>
                  <a:pt x="139952" y="43148"/>
                </a:lnTo>
                <a:lnTo>
                  <a:pt x="139932" y="43148"/>
                </a:lnTo>
                <a:cubicBezTo>
                  <a:pt x="165188" y="68224"/>
                  <a:pt x="165188" y="108919"/>
                  <a:pt x="139932" y="134014"/>
                </a:cubicBezTo>
                <a:cubicBezTo>
                  <a:pt x="114660" y="159091"/>
                  <a:pt x="114660" y="199785"/>
                  <a:pt x="139932" y="224881"/>
                </a:cubicBezTo>
                <a:cubicBezTo>
                  <a:pt x="165188" y="249957"/>
                  <a:pt x="165188" y="290652"/>
                  <a:pt x="139932" y="315748"/>
                </a:cubicBezTo>
                <a:lnTo>
                  <a:pt x="115448" y="340074"/>
                </a:lnTo>
                <a:cubicBezTo>
                  <a:pt x="90196" y="365171"/>
                  <a:pt x="49264" y="365171"/>
                  <a:pt x="23990" y="340074"/>
                </a:cubicBezTo>
                <a:lnTo>
                  <a:pt x="18956" y="335079"/>
                </a:lnTo>
                <a:cubicBezTo>
                  <a:pt x="-6318" y="310002"/>
                  <a:pt x="-6318" y="269307"/>
                  <a:pt x="18956" y="244211"/>
                </a:cubicBezTo>
                <a:lnTo>
                  <a:pt x="20832" y="242355"/>
                </a:lnTo>
                <a:cubicBezTo>
                  <a:pt x="31790" y="231496"/>
                  <a:pt x="45236" y="223519"/>
                  <a:pt x="59868" y="218543"/>
                </a:cubicBezTo>
                <a:cubicBezTo>
                  <a:pt x="124986" y="196349"/>
                  <a:pt x="126408" y="164461"/>
                  <a:pt x="60282" y="140826"/>
                </a:cubicBezTo>
                <a:cubicBezTo>
                  <a:pt x="45316" y="135476"/>
                  <a:pt x="31572" y="127202"/>
                  <a:pt x="20336" y="116047"/>
                </a:cubicBezTo>
                <a:lnTo>
                  <a:pt x="18976" y="114684"/>
                </a:lnTo>
                <a:cubicBezTo>
                  <a:pt x="-6300" y="89608"/>
                  <a:pt x="-6300" y="48913"/>
                  <a:pt x="18976" y="23817"/>
                </a:cubicBezTo>
                <a:lnTo>
                  <a:pt x="24010" y="18822"/>
                </a:lnTo>
                <a:cubicBezTo>
                  <a:pt x="36638" y="6274"/>
                  <a:pt x="53184" y="0"/>
                  <a:pt x="69732" y="0"/>
                </a:cubicBezTo>
                <a:close/>
              </a:path>
            </a:pathLst>
          </a:custGeom>
          <a:solidFill>
            <a:schemeClr val="tx1">
              <a:alpha val="25000"/>
            </a:schemeClr>
          </a:solidFill>
          <a:ln w="32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Deck name Placeholder">
            <a:extLst>
              <a:ext uri="{FF2B5EF4-FFF2-40B4-BE49-F238E27FC236}">
                <a16:creationId xmlns:a16="http://schemas.microsoft.com/office/drawing/2014/main" id="{03626692-03AB-CE00-212F-9D8F1916B279}"/>
              </a:ext>
            </a:extLst>
          </p:cNvPr>
          <p:cNvSpPr txBox="1">
            <a:spLocks/>
          </p:cNvSpPr>
          <p:nvPr userDrawn="1"/>
        </p:nvSpPr>
        <p:spPr>
          <a:xfrm>
            <a:off x="17983201" y="251422"/>
            <a:ext cx="5416800" cy="367297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97200" rIns="0" bIns="75600">
            <a:spAutoFit/>
          </a:bodyPr>
          <a:lstStyle>
            <a:lvl1pPr marL="0" indent="0" algn="l" rtl="0" fontAlgn="ctr" latinLnBrk="0" hangingPunct="1">
              <a:lnSpc>
                <a:spcPct val="86000"/>
              </a:lnSpc>
              <a:spcBef>
                <a:spcPts val="0"/>
              </a:spcBef>
              <a:buClrTx/>
              <a:buSz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266700" algn="l"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rgbClr val="FF5640"/>
              </a:buClr>
              <a:buSzPct val="150000"/>
              <a:buFont typeface="Dava Sans Medium" pitchFamily="2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6700" indent="-266700" algn="l"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rgbClr val="FF5640"/>
              </a:buClr>
              <a:buFont typeface="+mn-lt"/>
              <a:buAutoNum type="arabicPlai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algn="r"/>
            <a:r>
              <a:rPr lang="en-GB" dirty="0">
                <a:solidFill>
                  <a:schemeClr val="tx1">
                    <a:alpha val="75000"/>
                  </a:schemeClr>
                </a:solidFill>
              </a:rPr>
              <a:t>Endava BCM Overview</a:t>
            </a:r>
          </a:p>
        </p:txBody>
      </p:sp>
    </p:spTree>
    <p:extLst>
      <p:ext uri="{BB962C8B-B14F-4D97-AF65-F5344CB8AC3E}">
        <p14:creationId xmlns:p14="http://schemas.microsoft.com/office/powerpoint/2010/main" val="196423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Content Placeholder">
            <a:extLst>
              <a:ext uri="{FF2B5EF4-FFF2-40B4-BE49-F238E27FC236}">
                <a16:creationId xmlns:a16="http://schemas.microsoft.com/office/drawing/2014/main" id="{47A37E37-35A0-96FE-C0E1-53BE36312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233" y="3737087"/>
            <a:ext cx="23306566" cy="38545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The regular text – Level 1</a:t>
            </a:r>
          </a:p>
          <a:p>
            <a:pPr lvl="1"/>
            <a:r>
              <a:rPr lang="en-GB" dirty="0"/>
              <a:t>Bullet list as Second level</a:t>
            </a:r>
          </a:p>
          <a:p>
            <a:pPr lvl="2"/>
            <a:r>
              <a:rPr lang="en-GB" dirty="0"/>
              <a:t>Numbered list as Third level</a:t>
            </a:r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55BC1805-D516-B0B6-CB02-99E937B9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33" y="620233"/>
            <a:ext cx="23306567" cy="281408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lvl="0"/>
            <a:r>
              <a:rPr lang="en-GB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268188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5600" kern="1200">
          <a:solidFill>
            <a:schemeClr val="tx1"/>
          </a:solidFill>
          <a:latin typeface="+mj-lt"/>
          <a:ea typeface="+mj-ea"/>
          <a:cs typeface="+mj-cs"/>
        </a:defRPr>
      </a:lvl1pPr>
      <a:lvl2pPr>
        <a:lnSpc>
          <a:spcPct val="85000"/>
        </a:lnSpc>
        <a:spcBef>
          <a:spcPct val="0"/>
        </a:spcBef>
        <a:buNone/>
        <a:defRPr sz="9600" kern="1200">
          <a:solidFill>
            <a:schemeClr val="tx1"/>
          </a:solidFill>
          <a:latin typeface="+mj-lt"/>
          <a:ea typeface="+mj-ea"/>
          <a:cs typeface="+mj-cs"/>
        </a:defRPr>
      </a:lvl2pPr>
    </p:titleStyle>
    <p:bodyStyle>
      <a:lvl1pPr marL="0" algn="l" rtl="0" fontAlgn="ctr" latinLnBrk="0" hangingPunct="1">
        <a:lnSpc>
          <a:spcPct val="110000"/>
        </a:lnSpc>
        <a:spcBef>
          <a:spcPts val="1800"/>
        </a:spcBef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rtl="0" eaLnBrk="1" fontAlgn="ctr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rgbClr val="FF5640"/>
        </a:buClr>
        <a:buSzPct val="150000"/>
        <a:buFont typeface="Dava Sans Medium" pitchFamily="2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6700" indent="-266700" algn="l" rtl="0" eaLnBrk="1" fontAlgn="ctr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rgbClr val="FF5640"/>
        </a:buClr>
        <a:buFont typeface="+mn-lt"/>
        <a:buAutoNum type="arabicPlain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defPPr>
        <a:defRPr lang="en-GB"/>
      </a:defPPr>
      <a:lvl1pPr marL="0" algn="l" rtl="0" fontAlgn="ctr" latinLnBrk="0" hangingPunct="1">
        <a:lnSpc>
          <a:spcPct val="110000"/>
        </a:lnSpc>
        <a:spcBef>
          <a:spcPts val="1800"/>
        </a:spcBef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rtl="0" eaLnBrk="1" fontAlgn="ctr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rgbClr val="FF5640"/>
        </a:buClr>
        <a:buSzPct val="140000"/>
        <a:buFont typeface="Dava Sans Medium" pitchFamily="2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6700" indent="-266700" algn="l" rtl="0" eaLnBrk="1" fontAlgn="ctr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rgbClr val="FF5640"/>
        </a:buClr>
        <a:buFont typeface="+mn-lt"/>
        <a:buAutoNum type="arabicPlain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3AAAF"/>
          </p15:clr>
        </p15:guide>
        <p15:guide id="2" pos="15360" userDrawn="1">
          <p15:clr>
            <a:srgbClr val="A3AAAF"/>
          </p15:clr>
        </p15:guide>
        <p15:guide id="3" pos="384" userDrawn="1">
          <p15:clr>
            <a:srgbClr val="E84641"/>
          </p15:clr>
        </p15:guide>
        <p15:guide id="4" pos="1344" userDrawn="1">
          <p15:clr>
            <a:srgbClr val="3DD17B"/>
          </p15:clr>
        </p15:guide>
        <p15:guide id="5" pos="1632" userDrawn="1">
          <p15:clr>
            <a:srgbClr val="3DD17B"/>
          </p15:clr>
        </p15:guide>
        <p15:guide id="6" pos="2592" userDrawn="1">
          <p15:clr>
            <a:srgbClr val="3DD17B"/>
          </p15:clr>
        </p15:guide>
        <p15:guide id="7" pos="2880" userDrawn="1">
          <p15:clr>
            <a:srgbClr val="3DD17B"/>
          </p15:clr>
        </p15:guide>
        <p15:guide id="8" pos="3840" userDrawn="1">
          <p15:clr>
            <a:srgbClr val="3DD17B"/>
          </p15:clr>
        </p15:guide>
        <p15:guide id="9" pos="4128" userDrawn="1">
          <p15:clr>
            <a:srgbClr val="3DD17B"/>
          </p15:clr>
        </p15:guide>
        <p15:guide id="10" pos="5088" userDrawn="1">
          <p15:clr>
            <a:srgbClr val="3DD17B"/>
          </p15:clr>
        </p15:guide>
        <p15:guide id="11" pos="5376" userDrawn="1">
          <p15:clr>
            <a:srgbClr val="3DD17B"/>
          </p15:clr>
        </p15:guide>
        <p15:guide id="12" pos="6336" userDrawn="1">
          <p15:clr>
            <a:srgbClr val="3DD17B"/>
          </p15:clr>
        </p15:guide>
        <p15:guide id="13" pos="6624" userDrawn="1">
          <p15:clr>
            <a:srgbClr val="3DD17B"/>
          </p15:clr>
        </p15:guide>
        <p15:guide id="14" pos="7584" userDrawn="1">
          <p15:clr>
            <a:srgbClr val="3DD17B"/>
          </p15:clr>
        </p15:guide>
        <p15:guide id="15" pos="7872" userDrawn="1">
          <p15:clr>
            <a:srgbClr val="3DD17B"/>
          </p15:clr>
        </p15:guide>
        <p15:guide id="16" pos="8832" userDrawn="1">
          <p15:clr>
            <a:srgbClr val="3DD17B"/>
          </p15:clr>
        </p15:guide>
        <p15:guide id="17" pos="9120" userDrawn="1">
          <p15:clr>
            <a:srgbClr val="3DD17B"/>
          </p15:clr>
        </p15:guide>
        <p15:guide id="18" pos="10080" userDrawn="1">
          <p15:clr>
            <a:srgbClr val="3DD17B"/>
          </p15:clr>
        </p15:guide>
        <p15:guide id="19" pos="10368" userDrawn="1">
          <p15:clr>
            <a:srgbClr val="3DD17B"/>
          </p15:clr>
        </p15:guide>
        <p15:guide id="20" pos="11328" userDrawn="1">
          <p15:clr>
            <a:srgbClr val="3DD17B"/>
          </p15:clr>
        </p15:guide>
        <p15:guide id="21" pos="11616" userDrawn="1">
          <p15:clr>
            <a:srgbClr val="3DD17B"/>
          </p15:clr>
        </p15:guide>
        <p15:guide id="22" pos="12576" userDrawn="1">
          <p15:clr>
            <a:srgbClr val="3DD17B"/>
          </p15:clr>
        </p15:guide>
        <p15:guide id="23" pos="12864" userDrawn="1">
          <p15:clr>
            <a:srgbClr val="3DD17B"/>
          </p15:clr>
        </p15:guide>
        <p15:guide id="24" pos="13824" userDrawn="1">
          <p15:clr>
            <a:srgbClr val="3DD17B"/>
          </p15:clr>
        </p15:guide>
        <p15:guide id="25" pos="14112" userDrawn="1">
          <p15:clr>
            <a:srgbClr val="3DD17B"/>
          </p15:clr>
        </p15:guide>
        <p15:guide id="26" pos="15072" userDrawn="1">
          <p15:clr>
            <a:srgbClr val="E84641"/>
          </p15:clr>
        </p15:guide>
        <p15:guide id="27" orient="horz" userDrawn="1">
          <p15:clr>
            <a:srgbClr val="A3AAAF"/>
          </p15:clr>
        </p15:guide>
        <p15:guide id="28" orient="horz" pos="8640" userDrawn="1">
          <p15:clr>
            <a:srgbClr val="A3AAAF"/>
          </p15:clr>
        </p15:guide>
        <p15:guide id="29" orient="horz" pos="384" userDrawn="1">
          <p15:clr>
            <a:srgbClr val="E84641"/>
          </p15:clr>
        </p15:guide>
        <p15:guide id="30" orient="horz" pos="8448" userDrawn="1">
          <p15:clr>
            <a:srgbClr val="E84641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Content Placeholder">
            <a:extLst>
              <a:ext uri="{FF2B5EF4-FFF2-40B4-BE49-F238E27FC236}">
                <a16:creationId xmlns:a16="http://schemas.microsoft.com/office/drawing/2014/main" id="{47A37E37-35A0-96FE-C0E1-53BE36312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233" y="3737087"/>
            <a:ext cx="23306566" cy="38545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The regular text – Level 1</a:t>
            </a:r>
          </a:p>
          <a:p>
            <a:pPr lvl="1"/>
            <a:r>
              <a:rPr lang="en-GB" dirty="0"/>
              <a:t>Bullet list as Second level</a:t>
            </a:r>
          </a:p>
          <a:p>
            <a:pPr lvl="2"/>
            <a:r>
              <a:rPr lang="en-GB" dirty="0"/>
              <a:t>Numbered list as Third level</a:t>
            </a:r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55BC1805-D516-B0B6-CB02-99E937B9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33" y="620233"/>
            <a:ext cx="23306567" cy="281408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lvl="0"/>
            <a:r>
              <a:rPr lang="en-GB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2588149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2" r:id="rId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5600" kern="1200">
          <a:solidFill>
            <a:schemeClr val="tx1"/>
          </a:solidFill>
          <a:latin typeface="+mj-lt"/>
          <a:ea typeface="+mj-ea"/>
          <a:cs typeface="+mj-cs"/>
        </a:defRPr>
      </a:lvl1pPr>
      <a:lvl2pPr>
        <a:lnSpc>
          <a:spcPct val="85000"/>
        </a:lnSpc>
        <a:spcBef>
          <a:spcPct val="0"/>
        </a:spcBef>
        <a:buNone/>
        <a:defRPr sz="9600" kern="1200">
          <a:solidFill>
            <a:schemeClr val="tx1"/>
          </a:solidFill>
          <a:latin typeface="+mj-lt"/>
          <a:ea typeface="+mj-ea"/>
          <a:cs typeface="+mj-cs"/>
        </a:defRPr>
      </a:lvl2pPr>
    </p:titleStyle>
    <p:bodyStyle>
      <a:lvl1pPr marL="0" algn="l" rtl="0" fontAlgn="ctr" latinLnBrk="0" hangingPunct="1">
        <a:lnSpc>
          <a:spcPct val="110000"/>
        </a:lnSpc>
        <a:spcBef>
          <a:spcPts val="1800"/>
        </a:spcBef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rtl="0" eaLnBrk="1" fontAlgn="ctr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rgbClr val="FF5640"/>
        </a:buClr>
        <a:buSzPct val="150000"/>
        <a:buFont typeface="Dava Sans Medium" pitchFamily="2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6700" indent="-266700" algn="l" rtl="0" eaLnBrk="1" fontAlgn="ctr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rgbClr val="FF5640"/>
        </a:buClr>
        <a:buFont typeface="+mn-lt"/>
        <a:buAutoNum type="arabicPlain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defPPr>
        <a:defRPr lang="en-GB"/>
      </a:defPPr>
      <a:lvl1pPr marL="0" algn="l" rtl="0" fontAlgn="ctr" latinLnBrk="0" hangingPunct="1">
        <a:lnSpc>
          <a:spcPct val="110000"/>
        </a:lnSpc>
        <a:spcBef>
          <a:spcPts val="1800"/>
        </a:spcBef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rtl="0" eaLnBrk="1" fontAlgn="ctr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rgbClr val="FF5640"/>
        </a:buClr>
        <a:buSzPct val="140000"/>
        <a:buFont typeface="Dava Sans Medium" pitchFamily="2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6700" indent="-266700" algn="l" rtl="0" eaLnBrk="1" fontAlgn="ctr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rgbClr val="FF5640"/>
        </a:buClr>
        <a:buFont typeface="+mn-lt"/>
        <a:buAutoNum type="arabicPlain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3AAAF"/>
          </p15:clr>
        </p15:guide>
        <p15:guide id="2" pos="15360" userDrawn="1">
          <p15:clr>
            <a:srgbClr val="A3AAAF"/>
          </p15:clr>
        </p15:guide>
        <p15:guide id="3" pos="384" userDrawn="1">
          <p15:clr>
            <a:srgbClr val="E84641"/>
          </p15:clr>
        </p15:guide>
        <p15:guide id="4" pos="1344" userDrawn="1">
          <p15:clr>
            <a:srgbClr val="3DD17B"/>
          </p15:clr>
        </p15:guide>
        <p15:guide id="5" pos="1632" userDrawn="1">
          <p15:clr>
            <a:srgbClr val="3DD17B"/>
          </p15:clr>
        </p15:guide>
        <p15:guide id="6" pos="2592" userDrawn="1">
          <p15:clr>
            <a:srgbClr val="3DD17B"/>
          </p15:clr>
        </p15:guide>
        <p15:guide id="7" pos="2880" userDrawn="1">
          <p15:clr>
            <a:srgbClr val="3DD17B"/>
          </p15:clr>
        </p15:guide>
        <p15:guide id="8" pos="3840" userDrawn="1">
          <p15:clr>
            <a:srgbClr val="3DD17B"/>
          </p15:clr>
        </p15:guide>
        <p15:guide id="9" pos="4128" userDrawn="1">
          <p15:clr>
            <a:srgbClr val="3DD17B"/>
          </p15:clr>
        </p15:guide>
        <p15:guide id="10" pos="5088" userDrawn="1">
          <p15:clr>
            <a:srgbClr val="3DD17B"/>
          </p15:clr>
        </p15:guide>
        <p15:guide id="11" pos="5376" userDrawn="1">
          <p15:clr>
            <a:srgbClr val="3DD17B"/>
          </p15:clr>
        </p15:guide>
        <p15:guide id="12" pos="6336" userDrawn="1">
          <p15:clr>
            <a:srgbClr val="3DD17B"/>
          </p15:clr>
        </p15:guide>
        <p15:guide id="13" pos="6624" userDrawn="1">
          <p15:clr>
            <a:srgbClr val="3DD17B"/>
          </p15:clr>
        </p15:guide>
        <p15:guide id="14" pos="7584" userDrawn="1">
          <p15:clr>
            <a:srgbClr val="3DD17B"/>
          </p15:clr>
        </p15:guide>
        <p15:guide id="15" pos="7872" userDrawn="1">
          <p15:clr>
            <a:srgbClr val="3DD17B"/>
          </p15:clr>
        </p15:guide>
        <p15:guide id="16" pos="8832" userDrawn="1">
          <p15:clr>
            <a:srgbClr val="3DD17B"/>
          </p15:clr>
        </p15:guide>
        <p15:guide id="17" pos="9120" userDrawn="1">
          <p15:clr>
            <a:srgbClr val="3DD17B"/>
          </p15:clr>
        </p15:guide>
        <p15:guide id="18" pos="10080" userDrawn="1">
          <p15:clr>
            <a:srgbClr val="3DD17B"/>
          </p15:clr>
        </p15:guide>
        <p15:guide id="19" pos="10368" userDrawn="1">
          <p15:clr>
            <a:srgbClr val="3DD17B"/>
          </p15:clr>
        </p15:guide>
        <p15:guide id="20" pos="11328" userDrawn="1">
          <p15:clr>
            <a:srgbClr val="3DD17B"/>
          </p15:clr>
        </p15:guide>
        <p15:guide id="21" pos="11616" userDrawn="1">
          <p15:clr>
            <a:srgbClr val="3DD17B"/>
          </p15:clr>
        </p15:guide>
        <p15:guide id="22" pos="12576" userDrawn="1">
          <p15:clr>
            <a:srgbClr val="3DD17B"/>
          </p15:clr>
        </p15:guide>
        <p15:guide id="23" pos="12864" userDrawn="1">
          <p15:clr>
            <a:srgbClr val="3DD17B"/>
          </p15:clr>
        </p15:guide>
        <p15:guide id="24" pos="13824" userDrawn="1">
          <p15:clr>
            <a:srgbClr val="3DD17B"/>
          </p15:clr>
        </p15:guide>
        <p15:guide id="25" pos="14112" userDrawn="1">
          <p15:clr>
            <a:srgbClr val="3DD17B"/>
          </p15:clr>
        </p15:guide>
        <p15:guide id="26" pos="15072" userDrawn="1">
          <p15:clr>
            <a:srgbClr val="E84641"/>
          </p15:clr>
        </p15:guide>
        <p15:guide id="27" orient="horz" userDrawn="1">
          <p15:clr>
            <a:srgbClr val="A3AAAF"/>
          </p15:clr>
        </p15:guide>
        <p15:guide id="28" orient="horz" pos="8640" userDrawn="1">
          <p15:clr>
            <a:srgbClr val="A3AAAF"/>
          </p15:clr>
        </p15:guide>
        <p15:guide id="29" orient="horz" pos="384" userDrawn="1">
          <p15:clr>
            <a:srgbClr val="E84641"/>
          </p15:clr>
        </p15:guide>
        <p15:guide id="30" orient="horz" pos="8448" userDrawn="1">
          <p15:clr>
            <a:srgbClr val="E84641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477F4-D5BC-9C4E-9604-5729BCDA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rt presentation…">
            <a:extLst>
              <a:ext uri="{FF2B5EF4-FFF2-40B4-BE49-F238E27FC236}">
                <a16:creationId xmlns:a16="http://schemas.microsoft.com/office/drawing/2014/main" id="{22BE556A-AFCE-73DC-9506-D9068EA8CE48}"/>
              </a:ext>
            </a:extLst>
          </p:cNvPr>
          <p:cNvSpPr txBox="1">
            <a:spLocks/>
          </p:cNvSpPr>
          <p:nvPr/>
        </p:nvSpPr>
        <p:spPr>
          <a:xfrm>
            <a:off x="3391313" y="10522871"/>
            <a:ext cx="18307848" cy="137160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1828800" rtl="0" eaLnBrk="1" latinLnBrk="0" hangingPunct="1">
              <a:lnSpc>
                <a:spcPct val="300000"/>
              </a:lnSpc>
              <a:spcBef>
                <a:spcPct val="0"/>
              </a:spcBef>
              <a:buNone/>
              <a:defRPr lang="en-GB" sz="5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lnSpc>
                <a:spcPct val="85000"/>
              </a:lnSpc>
              <a:spcBef>
                <a:spcPct val="0"/>
              </a:spcBef>
              <a:buNone/>
              <a:defRPr sz="9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</a:lstStyle>
          <a:p>
            <a:pPr fontAlgn="auto">
              <a:lnSpc>
                <a:spcPct val="90000"/>
              </a:lnSpc>
            </a:pPr>
            <a:r>
              <a:rPr lang="en-GB" sz="9600" dirty="0">
                <a:solidFill>
                  <a:schemeClr val="bg2"/>
                </a:solidFill>
              </a:rPr>
              <a:t>Template Endava</a:t>
            </a:r>
            <a:r>
              <a:rPr lang="en-GB" sz="9600" dirty="0">
                <a:solidFill>
                  <a:srgbClr val="FF5640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C805B7-4E85-6CD9-B960-34BC78A1B007}"/>
              </a:ext>
            </a:extLst>
          </p:cNvPr>
          <p:cNvSpPr txBox="1"/>
          <p:nvPr/>
        </p:nvSpPr>
        <p:spPr>
          <a:xfrm>
            <a:off x="1965742" y="9835401"/>
            <a:ext cx="858400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1642898"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dirty="0">
                <a:solidFill>
                  <a:srgbClr val="FF5640"/>
                </a:solidFill>
              </a:rPr>
              <a:t>Creating values through partnership</a:t>
            </a:r>
          </a:p>
        </p:txBody>
      </p:sp>
      <p:grpSp>
        <p:nvGrpSpPr>
          <p:cNvPr id="7" name="TMPL - Endava Logo">
            <a:extLst>
              <a:ext uri="{FF2B5EF4-FFF2-40B4-BE49-F238E27FC236}">
                <a16:creationId xmlns:a16="http://schemas.microsoft.com/office/drawing/2014/main" id="{73EFE027-06B0-F79F-421F-744C5710D475}"/>
              </a:ext>
            </a:extLst>
          </p:cNvPr>
          <p:cNvGrpSpPr/>
          <p:nvPr/>
        </p:nvGrpSpPr>
        <p:grpSpPr>
          <a:xfrm>
            <a:off x="21113545" y="945283"/>
            <a:ext cx="2520000" cy="428348"/>
            <a:chOff x="2591999" y="608400"/>
            <a:chExt cx="2520000" cy="42834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B935603-5276-466F-695F-711E425D618B}"/>
                </a:ext>
              </a:extLst>
            </p:cNvPr>
            <p:cNvSpPr/>
            <p:nvPr/>
          </p:nvSpPr>
          <p:spPr>
            <a:xfrm>
              <a:off x="4789757" y="643674"/>
              <a:ext cx="172766" cy="393074"/>
            </a:xfrm>
            <a:custGeom>
              <a:avLst/>
              <a:gdLst>
                <a:gd name="connsiteX0" fmla="*/ 131511 w 172766"/>
                <a:gd name="connsiteY0" fmla="*/ 196565 h 393074"/>
                <a:gd name="connsiteX1" fmla="*/ 152136 w 172766"/>
                <a:gd name="connsiteY1" fmla="*/ 146894 h 393074"/>
                <a:gd name="connsiteX2" fmla="*/ 152136 w 172766"/>
                <a:gd name="connsiteY2" fmla="*/ 47389 h 393074"/>
                <a:gd name="connsiteX3" fmla="*/ 125620 w 172766"/>
                <a:gd name="connsiteY3" fmla="*/ 20631 h 393074"/>
                <a:gd name="connsiteX4" fmla="*/ 26116 w 172766"/>
                <a:gd name="connsiteY4" fmla="*/ 20631 h 393074"/>
                <a:gd name="connsiteX5" fmla="*/ 20631 w 172766"/>
                <a:gd name="connsiteY5" fmla="*/ 26116 h 393074"/>
                <a:gd name="connsiteX6" fmla="*/ 20631 w 172766"/>
                <a:gd name="connsiteY6" fmla="*/ 125620 h 393074"/>
                <a:gd name="connsiteX7" fmla="*/ 22108 w 172766"/>
                <a:gd name="connsiteY7" fmla="*/ 127078 h 393074"/>
                <a:gd name="connsiteX8" fmla="*/ 65545 w 172766"/>
                <a:gd name="connsiteY8" fmla="*/ 154241 h 393074"/>
                <a:gd name="connsiteX9" fmla="*/ 109286 w 172766"/>
                <a:gd name="connsiteY9" fmla="*/ 196545 h 393074"/>
                <a:gd name="connsiteX10" fmla="*/ 65545 w 172766"/>
                <a:gd name="connsiteY10" fmla="*/ 238848 h 393074"/>
                <a:gd name="connsiteX11" fmla="*/ 22108 w 172766"/>
                <a:gd name="connsiteY11" fmla="*/ 266012 h 393074"/>
                <a:gd name="connsiteX12" fmla="*/ 20631 w 172766"/>
                <a:gd name="connsiteY12" fmla="*/ 267469 h 393074"/>
                <a:gd name="connsiteX13" fmla="*/ 20631 w 172766"/>
                <a:gd name="connsiteY13" fmla="*/ 366973 h 393074"/>
                <a:gd name="connsiteX14" fmla="*/ 26116 w 172766"/>
                <a:gd name="connsiteY14" fmla="*/ 372459 h 393074"/>
                <a:gd name="connsiteX15" fmla="*/ 125620 w 172766"/>
                <a:gd name="connsiteY15" fmla="*/ 372459 h 393074"/>
                <a:gd name="connsiteX16" fmla="*/ 152136 w 172766"/>
                <a:gd name="connsiteY16" fmla="*/ 345700 h 393074"/>
                <a:gd name="connsiteX17" fmla="*/ 152136 w 172766"/>
                <a:gd name="connsiteY17" fmla="*/ 246196 h 393074"/>
                <a:gd name="connsiteX18" fmla="*/ 131511 w 172766"/>
                <a:gd name="connsiteY18" fmla="*/ 196524 h 39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2766" h="393074">
                  <a:moveTo>
                    <a:pt x="131511" y="196565"/>
                  </a:moveTo>
                  <a:cubicBezTo>
                    <a:pt x="131511" y="178591"/>
                    <a:pt x="138413" y="160617"/>
                    <a:pt x="152136" y="146894"/>
                  </a:cubicBezTo>
                  <a:cubicBezTo>
                    <a:pt x="179644" y="119386"/>
                    <a:pt x="179644" y="74876"/>
                    <a:pt x="152136" y="47389"/>
                  </a:cubicBezTo>
                  <a:lnTo>
                    <a:pt x="125620" y="20631"/>
                  </a:lnTo>
                  <a:cubicBezTo>
                    <a:pt x="98113" y="-6877"/>
                    <a:pt x="53603" y="-6877"/>
                    <a:pt x="26116" y="20631"/>
                  </a:cubicBezTo>
                  <a:lnTo>
                    <a:pt x="20631" y="26116"/>
                  </a:lnTo>
                  <a:cubicBezTo>
                    <a:pt x="-6877" y="53603"/>
                    <a:pt x="-6877" y="98133"/>
                    <a:pt x="20631" y="125620"/>
                  </a:cubicBezTo>
                  <a:lnTo>
                    <a:pt x="22108" y="127078"/>
                  </a:lnTo>
                  <a:cubicBezTo>
                    <a:pt x="34293" y="139283"/>
                    <a:pt x="49272" y="148371"/>
                    <a:pt x="65545" y="154241"/>
                  </a:cubicBezTo>
                  <a:cubicBezTo>
                    <a:pt x="100886" y="166932"/>
                    <a:pt x="109205" y="181809"/>
                    <a:pt x="109286" y="196545"/>
                  </a:cubicBezTo>
                  <a:cubicBezTo>
                    <a:pt x="109225" y="211280"/>
                    <a:pt x="100886" y="226177"/>
                    <a:pt x="65545" y="238848"/>
                  </a:cubicBezTo>
                  <a:cubicBezTo>
                    <a:pt x="49272" y="244718"/>
                    <a:pt x="34293" y="253806"/>
                    <a:pt x="22108" y="266012"/>
                  </a:cubicBezTo>
                  <a:lnTo>
                    <a:pt x="20631" y="267469"/>
                  </a:lnTo>
                  <a:cubicBezTo>
                    <a:pt x="-6877" y="294956"/>
                    <a:pt x="-6877" y="339486"/>
                    <a:pt x="20631" y="366973"/>
                  </a:cubicBezTo>
                  <a:lnTo>
                    <a:pt x="26116" y="372459"/>
                  </a:lnTo>
                  <a:cubicBezTo>
                    <a:pt x="53623" y="399946"/>
                    <a:pt x="98133" y="399946"/>
                    <a:pt x="125620" y="372459"/>
                  </a:cubicBezTo>
                  <a:lnTo>
                    <a:pt x="152136" y="345700"/>
                  </a:lnTo>
                  <a:cubicBezTo>
                    <a:pt x="179644" y="318193"/>
                    <a:pt x="179644" y="273683"/>
                    <a:pt x="152136" y="246196"/>
                  </a:cubicBezTo>
                  <a:cubicBezTo>
                    <a:pt x="138413" y="232472"/>
                    <a:pt x="131531" y="214498"/>
                    <a:pt x="131511" y="196524"/>
                  </a:cubicBezTo>
                  <a:close/>
                </a:path>
              </a:pathLst>
            </a:custGeom>
            <a:solidFill>
              <a:srgbClr val="FF564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AD2C91-1701-B351-ED59-8A6726174C25}"/>
                </a:ext>
              </a:extLst>
            </p:cNvPr>
            <p:cNvSpPr/>
            <p:nvPr/>
          </p:nvSpPr>
          <p:spPr>
            <a:xfrm>
              <a:off x="4951852" y="765995"/>
              <a:ext cx="160146" cy="148487"/>
            </a:xfrm>
            <a:custGeom>
              <a:avLst/>
              <a:gdLst>
                <a:gd name="connsiteX0" fmla="*/ 85498 w 160146"/>
                <a:gd name="connsiteY0" fmla="*/ 0 h 148487"/>
                <a:gd name="connsiteX1" fmla="*/ 0 w 160146"/>
                <a:gd name="connsiteY1" fmla="*/ 74244 h 148487"/>
                <a:gd name="connsiteX2" fmla="*/ 85498 w 160146"/>
                <a:gd name="connsiteY2" fmla="*/ 148488 h 148487"/>
                <a:gd name="connsiteX3" fmla="*/ 160147 w 160146"/>
                <a:gd name="connsiteY3" fmla="*/ 74244 h 148487"/>
                <a:gd name="connsiteX4" fmla="*/ 85498 w 160146"/>
                <a:gd name="connsiteY4" fmla="*/ 0 h 14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46" h="148487">
                  <a:moveTo>
                    <a:pt x="85498" y="0"/>
                  </a:moveTo>
                  <a:cubicBezTo>
                    <a:pt x="45157" y="0"/>
                    <a:pt x="0" y="50704"/>
                    <a:pt x="0" y="74244"/>
                  </a:cubicBezTo>
                  <a:cubicBezTo>
                    <a:pt x="0" y="97784"/>
                    <a:pt x="45157" y="148488"/>
                    <a:pt x="85498" y="148488"/>
                  </a:cubicBezTo>
                  <a:cubicBezTo>
                    <a:pt x="125838" y="148488"/>
                    <a:pt x="160147" y="115252"/>
                    <a:pt x="160147" y="74244"/>
                  </a:cubicBezTo>
                  <a:cubicBezTo>
                    <a:pt x="160147" y="33236"/>
                    <a:pt x="125818" y="0"/>
                    <a:pt x="85498" y="0"/>
                  </a:cubicBezTo>
                  <a:close/>
                </a:path>
              </a:pathLst>
            </a:custGeom>
            <a:solidFill>
              <a:srgbClr val="FF564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E15080C-D16A-9C5A-87FC-E13B95F19ADF}"/>
                </a:ext>
              </a:extLst>
            </p:cNvPr>
            <p:cNvSpPr/>
            <p:nvPr/>
          </p:nvSpPr>
          <p:spPr>
            <a:xfrm>
              <a:off x="2591999" y="683939"/>
              <a:ext cx="302460" cy="314159"/>
            </a:xfrm>
            <a:custGeom>
              <a:avLst/>
              <a:gdLst>
                <a:gd name="connsiteX0" fmla="*/ 157252 w 302460"/>
                <a:gd name="connsiteY0" fmla="*/ 20 h 314159"/>
                <a:gd name="connsiteX1" fmla="*/ 0 w 302460"/>
                <a:gd name="connsiteY1" fmla="*/ 157151 h 314159"/>
                <a:gd name="connsiteX2" fmla="*/ 158345 w 302460"/>
                <a:gd name="connsiteY2" fmla="*/ 314160 h 314159"/>
                <a:gd name="connsiteX3" fmla="*/ 282058 w 302460"/>
                <a:gd name="connsiteY3" fmla="*/ 267929 h 314159"/>
                <a:gd name="connsiteX4" fmla="*/ 247547 w 302460"/>
                <a:gd name="connsiteY4" fmla="*/ 216396 h 314159"/>
                <a:gd name="connsiteX5" fmla="*/ 160653 w 302460"/>
                <a:gd name="connsiteY5" fmla="*/ 248498 h 314159"/>
                <a:gd name="connsiteX6" fmla="*/ 76653 w 302460"/>
                <a:gd name="connsiteY6" fmla="*/ 181399 h 314159"/>
                <a:gd name="connsiteX7" fmla="*/ 300416 w 302460"/>
                <a:gd name="connsiteY7" fmla="*/ 181399 h 314159"/>
                <a:gd name="connsiteX8" fmla="*/ 302461 w 302460"/>
                <a:gd name="connsiteY8" fmla="*/ 157130 h 314159"/>
                <a:gd name="connsiteX9" fmla="*/ 157272 w 302460"/>
                <a:gd name="connsiteY9" fmla="*/ 0 h 314159"/>
                <a:gd name="connsiteX10" fmla="*/ 76754 w 302460"/>
                <a:gd name="connsiteY10" fmla="*/ 132538 h 314159"/>
                <a:gd name="connsiteX11" fmla="*/ 155693 w 302460"/>
                <a:gd name="connsiteY11" fmla="*/ 64589 h 314159"/>
                <a:gd name="connsiteX12" fmla="*/ 229917 w 302460"/>
                <a:gd name="connsiteY12" fmla="*/ 132538 h 314159"/>
                <a:gd name="connsiteX13" fmla="*/ 76754 w 302460"/>
                <a:gd name="connsiteY13" fmla="*/ 132538 h 31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460" h="314159">
                  <a:moveTo>
                    <a:pt x="157252" y="20"/>
                  </a:moveTo>
                  <a:cubicBezTo>
                    <a:pt x="65783" y="20"/>
                    <a:pt x="0" y="65419"/>
                    <a:pt x="0" y="157151"/>
                  </a:cubicBezTo>
                  <a:cubicBezTo>
                    <a:pt x="0" y="248883"/>
                    <a:pt x="65419" y="314160"/>
                    <a:pt x="158345" y="314160"/>
                  </a:cubicBezTo>
                  <a:cubicBezTo>
                    <a:pt x="210729" y="314160"/>
                    <a:pt x="255623" y="297501"/>
                    <a:pt x="282058" y="267929"/>
                  </a:cubicBezTo>
                  <a:lnTo>
                    <a:pt x="247547" y="216396"/>
                  </a:lnTo>
                  <a:cubicBezTo>
                    <a:pt x="224857" y="239815"/>
                    <a:pt x="195042" y="248498"/>
                    <a:pt x="160653" y="248498"/>
                  </a:cubicBezTo>
                  <a:cubicBezTo>
                    <a:pt x="113228" y="248498"/>
                    <a:pt x="85093" y="223521"/>
                    <a:pt x="76653" y="181399"/>
                  </a:cubicBezTo>
                  <a:lnTo>
                    <a:pt x="300416" y="181399"/>
                  </a:lnTo>
                  <a:cubicBezTo>
                    <a:pt x="301975" y="174517"/>
                    <a:pt x="302461" y="164862"/>
                    <a:pt x="302461" y="157130"/>
                  </a:cubicBezTo>
                  <a:cubicBezTo>
                    <a:pt x="302461" y="66006"/>
                    <a:pt x="244045" y="0"/>
                    <a:pt x="157272" y="0"/>
                  </a:cubicBezTo>
                  <a:close/>
                  <a:moveTo>
                    <a:pt x="76754" y="132538"/>
                  </a:moveTo>
                  <a:cubicBezTo>
                    <a:pt x="84729" y="90781"/>
                    <a:pt x="113572" y="64589"/>
                    <a:pt x="155693" y="64589"/>
                  </a:cubicBezTo>
                  <a:cubicBezTo>
                    <a:pt x="197815" y="64589"/>
                    <a:pt x="224493" y="92096"/>
                    <a:pt x="229917" y="132538"/>
                  </a:cubicBezTo>
                  <a:lnTo>
                    <a:pt x="76754" y="132538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F9E249-16F0-BD86-6A20-7901457B4988}"/>
                </a:ext>
              </a:extLst>
            </p:cNvPr>
            <p:cNvSpPr/>
            <p:nvPr/>
          </p:nvSpPr>
          <p:spPr>
            <a:xfrm>
              <a:off x="2951518" y="683959"/>
              <a:ext cx="274224" cy="304990"/>
            </a:xfrm>
            <a:custGeom>
              <a:avLst/>
              <a:gdLst>
                <a:gd name="connsiteX0" fmla="*/ 136971 w 274224"/>
                <a:gd name="connsiteY0" fmla="*/ 0 h 304990"/>
                <a:gd name="connsiteX1" fmla="*/ 0 w 274224"/>
                <a:gd name="connsiteY1" fmla="*/ 126486 h 304990"/>
                <a:gd name="connsiteX2" fmla="*/ 0 w 274224"/>
                <a:gd name="connsiteY2" fmla="*/ 304991 h 304990"/>
                <a:gd name="connsiteX3" fmla="*/ 74467 w 274224"/>
                <a:gd name="connsiteY3" fmla="*/ 304991 h 304990"/>
                <a:gd name="connsiteX4" fmla="*/ 74467 w 274224"/>
                <a:gd name="connsiteY4" fmla="*/ 131809 h 304990"/>
                <a:gd name="connsiteX5" fmla="*/ 137234 w 274224"/>
                <a:gd name="connsiteY5" fmla="*/ 68212 h 304990"/>
                <a:gd name="connsiteX6" fmla="*/ 199758 w 274224"/>
                <a:gd name="connsiteY6" fmla="*/ 131809 h 304990"/>
                <a:gd name="connsiteX7" fmla="*/ 199758 w 274224"/>
                <a:gd name="connsiteY7" fmla="*/ 304991 h 304990"/>
                <a:gd name="connsiteX8" fmla="*/ 274225 w 274224"/>
                <a:gd name="connsiteY8" fmla="*/ 304991 h 304990"/>
                <a:gd name="connsiteX9" fmla="*/ 274225 w 274224"/>
                <a:gd name="connsiteY9" fmla="*/ 127214 h 304990"/>
                <a:gd name="connsiteX10" fmla="*/ 137011 w 274224"/>
                <a:gd name="connsiteY10" fmla="*/ 0 h 304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4224" h="304990">
                  <a:moveTo>
                    <a:pt x="136971" y="0"/>
                  </a:moveTo>
                  <a:cubicBezTo>
                    <a:pt x="56958" y="0"/>
                    <a:pt x="0" y="53112"/>
                    <a:pt x="0" y="126486"/>
                  </a:cubicBezTo>
                  <a:lnTo>
                    <a:pt x="0" y="304991"/>
                  </a:lnTo>
                  <a:lnTo>
                    <a:pt x="74467" y="304991"/>
                  </a:lnTo>
                  <a:lnTo>
                    <a:pt x="74467" y="131809"/>
                  </a:lnTo>
                  <a:cubicBezTo>
                    <a:pt x="74467" y="92825"/>
                    <a:pt x="101387" y="68212"/>
                    <a:pt x="137234" y="68212"/>
                  </a:cubicBezTo>
                  <a:cubicBezTo>
                    <a:pt x="173081" y="68212"/>
                    <a:pt x="199758" y="93068"/>
                    <a:pt x="199758" y="131809"/>
                  </a:cubicBezTo>
                  <a:lnTo>
                    <a:pt x="199758" y="304991"/>
                  </a:lnTo>
                  <a:lnTo>
                    <a:pt x="274225" y="304991"/>
                  </a:lnTo>
                  <a:lnTo>
                    <a:pt x="274225" y="127214"/>
                  </a:lnTo>
                  <a:cubicBezTo>
                    <a:pt x="274225" y="53234"/>
                    <a:pt x="217024" y="0"/>
                    <a:pt x="137011" y="0"/>
                  </a:cubicBez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64B254C-4039-7CF9-77E4-8B3FBFCE0998}"/>
                </a:ext>
              </a:extLst>
            </p:cNvPr>
            <p:cNvSpPr/>
            <p:nvPr/>
          </p:nvSpPr>
          <p:spPr>
            <a:xfrm>
              <a:off x="4017570" y="693128"/>
              <a:ext cx="328288" cy="295801"/>
            </a:xfrm>
            <a:custGeom>
              <a:avLst/>
              <a:gdLst>
                <a:gd name="connsiteX0" fmla="*/ 173182 w 328288"/>
                <a:gd name="connsiteY0" fmla="*/ 205891 h 295801"/>
                <a:gd name="connsiteX1" fmla="*/ 164134 w 328288"/>
                <a:gd name="connsiteY1" fmla="*/ 212773 h 295801"/>
                <a:gd name="connsiteX2" fmla="*/ 155086 w 328288"/>
                <a:gd name="connsiteY2" fmla="*/ 205891 h 295801"/>
                <a:gd name="connsiteX3" fmla="*/ 80863 w 328288"/>
                <a:gd name="connsiteY3" fmla="*/ 0 h 295801"/>
                <a:gd name="connsiteX4" fmla="*/ 0 w 328288"/>
                <a:gd name="connsiteY4" fmla="*/ 0 h 295801"/>
                <a:gd name="connsiteX5" fmla="*/ 123470 w 328288"/>
                <a:gd name="connsiteY5" fmla="*/ 295801 h 295801"/>
                <a:gd name="connsiteX6" fmla="*/ 204818 w 328288"/>
                <a:gd name="connsiteY6" fmla="*/ 295801 h 295801"/>
                <a:gd name="connsiteX7" fmla="*/ 328288 w 328288"/>
                <a:gd name="connsiteY7" fmla="*/ 0 h 295801"/>
                <a:gd name="connsiteX8" fmla="*/ 247426 w 328288"/>
                <a:gd name="connsiteY8" fmla="*/ 0 h 295801"/>
                <a:gd name="connsiteX9" fmla="*/ 173202 w 328288"/>
                <a:gd name="connsiteY9" fmla="*/ 205891 h 295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88" h="295801">
                  <a:moveTo>
                    <a:pt x="173182" y="205891"/>
                  </a:moveTo>
                  <a:cubicBezTo>
                    <a:pt x="171866" y="210465"/>
                    <a:pt x="168000" y="212753"/>
                    <a:pt x="164134" y="212773"/>
                  </a:cubicBezTo>
                  <a:cubicBezTo>
                    <a:pt x="160268" y="212773"/>
                    <a:pt x="156402" y="210465"/>
                    <a:pt x="155086" y="205891"/>
                  </a:cubicBezTo>
                  <a:cubicBezTo>
                    <a:pt x="152070" y="195872"/>
                    <a:pt x="80863" y="0"/>
                    <a:pt x="80863" y="0"/>
                  </a:cubicBezTo>
                  <a:lnTo>
                    <a:pt x="0" y="0"/>
                  </a:lnTo>
                  <a:lnTo>
                    <a:pt x="123470" y="295801"/>
                  </a:lnTo>
                  <a:lnTo>
                    <a:pt x="204818" y="295801"/>
                  </a:lnTo>
                  <a:lnTo>
                    <a:pt x="328288" y="0"/>
                  </a:lnTo>
                  <a:lnTo>
                    <a:pt x="247426" y="0"/>
                  </a:lnTo>
                  <a:cubicBezTo>
                    <a:pt x="247426" y="0"/>
                    <a:pt x="176218" y="195872"/>
                    <a:pt x="173202" y="205891"/>
                  </a:cubicBez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EA40385-3534-5E45-7C66-92F05E05E050}"/>
                </a:ext>
              </a:extLst>
            </p:cNvPr>
            <p:cNvSpPr/>
            <p:nvPr/>
          </p:nvSpPr>
          <p:spPr>
            <a:xfrm>
              <a:off x="3284078" y="608400"/>
              <a:ext cx="316791" cy="389719"/>
            </a:xfrm>
            <a:custGeom>
              <a:avLst/>
              <a:gdLst>
                <a:gd name="connsiteX0" fmla="*/ 243661 w 316791"/>
                <a:gd name="connsiteY0" fmla="*/ 91125 h 389719"/>
                <a:gd name="connsiteX1" fmla="*/ 245118 w 316791"/>
                <a:gd name="connsiteY1" fmla="*/ 118167 h 389719"/>
                <a:gd name="connsiteX2" fmla="*/ 242831 w 316791"/>
                <a:gd name="connsiteY2" fmla="*/ 118167 h 389719"/>
                <a:gd name="connsiteX3" fmla="*/ 148326 w 316791"/>
                <a:gd name="connsiteY3" fmla="*/ 74730 h 389719"/>
                <a:gd name="connsiteX4" fmla="*/ 0 w 316791"/>
                <a:gd name="connsiteY4" fmla="*/ 232224 h 389719"/>
                <a:gd name="connsiteX5" fmla="*/ 145310 w 316791"/>
                <a:gd name="connsiteY5" fmla="*/ 389719 h 389719"/>
                <a:gd name="connsiteX6" fmla="*/ 248134 w 316791"/>
                <a:gd name="connsiteY6" fmla="*/ 337457 h 389719"/>
                <a:gd name="connsiteX7" fmla="*/ 250178 w 316791"/>
                <a:gd name="connsiteY7" fmla="*/ 337457 h 389719"/>
                <a:gd name="connsiteX8" fmla="*/ 248964 w 316791"/>
                <a:gd name="connsiteY8" fmla="*/ 365329 h 389719"/>
                <a:gd name="connsiteX9" fmla="*/ 248964 w 316791"/>
                <a:gd name="connsiteY9" fmla="*/ 380530 h 389719"/>
                <a:gd name="connsiteX10" fmla="*/ 316791 w 316791"/>
                <a:gd name="connsiteY10" fmla="*/ 380530 h 389719"/>
                <a:gd name="connsiteX11" fmla="*/ 316791 w 316791"/>
                <a:gd name="connsiteY11" fmla="*/ 0 h 389719"/>
                <a:gd name="connsiteX12" fmla="*/ 243661 w 316791"/>
                <a:gd name="connsiteY12" fmla="*/ 0 h 389719"/>
                <a:gd name="connsiteX13" fmla="*/ 243661 w 316791"/>
                <a:gd name="connsiteY13" fmla="*/ 91125 h 389719"/>
                <a:gd name="connsiteX14" fmla="*/ 160389 w 316791"/>
                <a:gd name="connsiteY14" fmla="*/ 323450 h 389719"/>
                <a:gd name="connsiteX15" fmla="*/ 74709 w 316791"/>
                <a:gd name="connsiteY15" fmla="*/ 231253 h 389719"/>
                <a:gd name="connsiteX16" fmla="*/ 160389 w 316791"/>
                <a:gd name="connsiteY16" fmla="*/ 139399 h 389719"/>
                <a:gd name="connsiteX17" fmla="*/ 246434 w 316791"/>
                <a:gd name="connsiteY17" fmla="*/ 231253 h 389719"/>
                <a:gd name="connsiteX18" fmla="*/ 160389 w 316791"/>
                <a:gd name="connsiteY18" fmla="*/ 323450 h 389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16791" h="389719">
                  <a:moveTo>
                    <a:pt x="243661" y="91125"/>
                  </a:moveTo>
                  <a:cubicBezTo>
                    <a:pt x="243661" y="107176"/>
                    <a:pt x="244389" y="113329"/>
                    <a:pt x="245118" y="118167"/>
                  </a:cubicBezTo>
                  <a:lnTo>
                    <a:pt x="242831" y="118167"/>
                  </a:lnTo>
                  <a:cubicBezTo>
                    <a:pt x="227387" y="91125"/>
                    <a:pt x="189253" y="74730"/>
                    <a:pt x="148326" y="74730"/>
                  </a:cubicBezTo>
                  <a:cubicBezTo>
                    <a:pt x="61674" y="74730"/>
                    <a:pt x="0" y="139663"/>
                    <a:pt x="0" y="232224"/>
                  </a:cubicBezTo>
                  <a:cubicBezTo>
                    <a:pt x="0" y="324786"/>
                    <a:pt x="59610" y="389719"/>
                    <a:pt x="145310" y="389719"/>
                  </a:cubicBezTo>
                  <a:cubicBezTo>
                    <a:pt x="190447" y="389719"/>
                    <a:pt x="229067" y="371017"/>
                    <a:pt x="248134" y="337457"/>
                  </a:cubicBezTo>
                  <a:lnTo>
                    <a:pt x="250178" y="337457"/>
                  </a:lnTo>
                  <a:cubicBezTo>
                    <a:pt x="249571" y="343732"/>
                    <a:pt x="248964" y="352537"/>
                    <a:pt x="248964" y="365329"/>
                  </a:cubicBezTo>
                  <a:lnTo>
                    <a:pt x="248964" y="380530"/>
                  </a:lnTo>
                  <a:lnTo>
                    <a:pt x="316791" y="380530"/>
                  </a:lnTo>
                  <a:lnTo>
                    <a:pt x="316791" y="0"/>
                  </a:lnTo>
                  <a:lnTo>
                    <a:pt x="243661" y="0"/>
                  </a:lnTo>
                  <a:lnTo>
                    <a:pt x="243661" y="91125"/>
                  </a:lnTo>
                  <a:close/>
                  <a:moveTo>
                    <a:pt x="160389" y="323450"/>
                  </a:moveTo>
                  <a:cubicBezTo>
                    <a:pt x="111022" y="323450"/>
                    <a:pt x="74709" y="285438"/>
                    <a:pt x="74709" y="231253"/>
                  </a:cubicBezTo>
                  <a:cubicBezTo>
                    <a:pt x="74709" y="177068"/>
                    <a:pt x="111042" y="139399"/>
                    <a:pt x="160389" y="139399"/>
                  </a:cubicBezTo>
                  <a:cubicBezTo>
                    <a:pt x="209737" y="139399"/>
                    <a:pt x="246434" y="177290"/>
                    <a:pt x="246434" y="231253"/>
                  </a:cubicBezTo>
                  <a:cubicBezTo>
                    <a:pt x="246434" y="285215"/>
                    <a:pt x="210466" y="323450"/>
                    <a:pt x="160389" y="323450"/>
                  </a:cubicBez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A37CA38-E387-4EDB-B6D9-DB5FF086F322}"/>
                </a:ext>
              </a:extLst>
            </p:cNvPr>
            <p:cNvSpPr/>
            <p:nvPr/>
          </p:nvSpPr>
          <p:spPr>
            <a:xfrm>
              <a:off x="4357577" y="683939"/>
              <a:ext cx="315941" cy="314139"/>
            </a:xfrm>
            <a:custGeom>
              <a:avLst/>
              <a:gdLst>
                <a:gd name="connsiteX0" fmla="*/ 248357 w 315941"/>
                <a:gd name="connsiteY0" fmla="*/ 9189 h 314139"/>
                <a:gd name="connsiteX1" fmla="*/ 248357 w 315941"/>
                <a:gd name="connsiteY1" fmla="*/ 22346 h 314139"/>
                <a:gd name="connsiteX2" fmla="*/ 249429 w 315941"/>
                <a:gd name="connsiteY2" fmla="*/ 49408 h 314139"/>
                <a:gd name="connsiteX3" fmla="*/ 249429 w 315941"/>
                <a:gd name="connsiteY3" fmla="*/ 49611 h 314139"/>
                <a:gd name="connsiteX4" fmla="*/ 247405 w 315941"/>
                <a:gd name="connsiteY4" fmla="*/ 49611 h 314139"/>
                <a:gd name="connsiteX5" fmla="*/ 148690 w 315941"/>
                <a:gd name="connsiteY5" fmla="*/ 0 h 314139"/>
                <a:gd name="connsiteX6" fmla="*/ 0 w 315941"/>
                <a:gd name="connsiteY6" fmla="*/ 157130 h 314139"/>
                <a:gd name="connsiteX7" fmla="*/ 145674 w 315941"/>
                <a:gd name="connsiteY7" fmla="*/ 314139 h 314139"/>
                <a:gd name="connsiteX8" fmla="*/ 247405 w 315941"/>
                <a:gd name="connsiteY8" fmla="*/ 260562 h 314139"/>
                <a:gd name="connsiteX9" fmla="*/ 249450 w 315941"/>
                <a:gd name="connsiteY9" fmla="*/ 260562 h 314139"/>
                <a:gd name="connsiteX10" fmla="*/ 248357 w 315941"/>
                <a:gd name="connsiteY10" fmla="*/ 288798 h 314139"/>
                <a:gd name="connsiteX11" fmla="*/ 248357 w 315941"/>
                <a:gd name="connsiteY11" fmla="*/ 304970 h 314139"/>
                <a:gd name="connsiteX12" fmla="*/ 315941 w 315941"/>
                <a:gd name="connsiteY12" fmla="*/ 304970 h 314139"/>
                <a:gd name="connsiteX13" fmla="*/ 315941 w 315941"/>
                <a:gd name="connsiteY13" fmla="*/ 9189 h 314139"/>
                <a:gd name="connsiteX14" fmla="*/ 248357 w 315941"/>
                <a:gd name="connsiteY14" fmla="*/ 9189 h 314139"/>
                <a:gd name="connsiteX15" fmla="*/ 159883 w 315941"/>
                <a:gd name="connsiteY15" fmla="*/ 248397 h 314139"/>
                <a:gd name="connsiteX16" fmla="*/ 74446 w 315941"/>
                <a:gd name="connsiteY16" fmla="*/ 156078 h 314139"/>
                <a:gd name="connsiteX17" fmla="*/ 159883 w 315941"/>
                <a:gd name="connsiteY17" fmla="*/ 64589 h 314139"/>
                <a:gd name="connsiteX18" fmla="*/ 245685 w 315941"/>
                <a:gd name="connsiteY18" fmla="*/ 156078 h 314139"/>
                <a:gd name="connsiteX19" fmla="*/ 159883 w 315941"/>
                <a:gd name="connsiteY19" fmla="*/ 248397 h 31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5941" h="314139">
                  <a:moveTo>
                    <a:pt x="248357" y="9189"/>
                  </a:moveTo>
                  <a:lnTo>
                    <a:pt x="248357" y="22346"/>
                  </a:lnTo>
                  <a:cubicBezTo>
                    <a:pt x="248357" y="37952"/>
                    <a:pt x="248944" y="44267"/>
                    <a:pt x="249429" y="49408"/>
                  </a:cubicBezTo>
                  <a:lnTo>
                    <a:pt x="249429" y="49611"/>
                  </a:lnTo>
                  <a:cubicBezTo>
                    <a:pt x="249429" y="49611"/>
                    <a:pt x="247405" y="49611"/>
                    <a:pt x="247405" y="49611"/>
                  </a:cubicBezTo>
                  <a:cubicBezTo>
                    <a:pt x="232326" y="21374"/>
                    <a:pt x="196357" y="0"/>
                    <a:pt x="148690" y="0"/>
                  </a:cubicBezTo>
                  <a:cubicBezTo>
                    <a:pt x="62889" y="0"/>
                    <a:pt x="0" y="65054"/>
                    <a:pt x="0" y="157130"/>
                  </a:cubicBezTo>
                  <a:cubicBezTo>
                    <a:pt x="0" y="249207"/>
                    <a:pt x="59488" y="314139"/>
                    <a:pt x="145674" y="314139"/>
                  </a:cubicBezTo>
                  <a:cubicBezTo>
                    <a:pt x="192977" y="314139"/>
                    <a:pt x="230868" y="292785"/>
                    <a:pt x="247405" y="260562"/>
                  </a:cubicBezTo>
                  <a:lnTo>
                    <a:pt x="249450" y="260562"/>
                  </a:lnTo>
                  <a:cubicBezTo>
                    <a:pt x="248842" y="267444"/>
                    <a:pt x="248357" y="275641"/>
                    <a:pt x="248357" y="288798"/>
                  </a:cubicBezTo>
                  <a:lnTo>
                    <a:pt x="248357" y="304970"/>
                  </a:lnTo>
                  <a:lnTo>
                    <a:pt x="315941" y="304970"/>
                  </a:lnTo>
                  <a:lnTo>
                    <a:pt x="315941" y="9189"/>
                  </a:lnTo>
                  <a:lnTo>
                    <a:pt x="248357" y="9189"/>
                  </a:lnTo>
                  <a:close/>
                  <a:moveTo>
                    <a:pt x="159883" y="248397"/>
                  </a:moveTo>
                  <a:cubicBezTo>
                    <a:pt x="110637" y="248397"/>
                    <a:pt x="74446" y="210020"/>
                    <a:pt x="74446" y="156078"/>
                  </a:cubicBezTo>
                  <a:cubicBezTo>
                    <a:pt x="74446" y="102136"/>
                    <a:pt x="110657" y="64589"/>
                    <a:pt x="159883" y="64589"/>
                  </a:cubicBezTo>
                  <a:cubicBezTo>
                    <a:pt x="209109" y="64589"/>
                    <a:pt x="245685" y="102358"/>
                    <a:pt x="245685" y="156078"/>
                  </a:cubicBezTo>
                  <a:cubicBezTo>
                    <a:pt x="245685" y="209797"/>
                    <a:pt x="209838" y="248397"/>
                    <a:pt x="159883" y="248397"/>
                  </a:cubicBez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F956B-3A8E-06AC-B27B-A635F8B0DE82}"/>
                </a:ext>
              </a:extLst>
            </p:cNvPr>
            <p:cNvSpPr/>
            <p:nvPr/>
          </p:nvSpPr>
          <p:spPr>
            <a:xfrm>
              <a:off x="3661086" y="683939"/>
              <a:ext cx="315941" cy="314139"/>
            </a:xfrm>
            <a:custGeom>
              <a:avLst/>
              <a:gdLst>
                <a:gd name="connsiteX0" fmla="*/ 248357 w 315941"/>
                <a:gd name="connsiteY0" fmla="*/ 22346 h 314139"/>
                <a:gd name="connsiteX1" fmla="*/ 249429 w 315941"/>
                <a:gd name="connsiteY1" fmla="*/ 49408 h 314139"/>
                <a:gd name="connsiteX2" fmla="*/ 249429 w 315941"/>
                <a:gd name="connsiteY2" fmla="*/ 49611 h 314139"/>
                <a:gd name="connsiteX3" fmla="*/ 247405 w 315941"/>
                <a:gd name="connsiteY3" fmla="*/ 49611 h 314139"/>
                <a:gd name="connsiteX4" fmla="*/ 148690 w 315941"/>
                <a:gd name="connsiteY4" fmla="*/ 0 h 314139"/>
                <a:gd name="connsiteX5" fmla="*/ 0 w 315941"/>
                <a:gd name="connsiteY5" fmla="*/ 157130 h 314139"/>
                <a:gd name="connsiteX6" fmla="*/ 145674 w 315941"/>
                <a:gd name="connsiteY6" fmla="*/ 314139 h 314139"/>
                <a:gd name="connsiteX7" fmla="*/ 247405 w 315941"/>
                <a:gd name="connsiteY7" fmla="*/ 260562 h 314139"/>
                <a:gd name="connsiteX8" fmla="*/ 249450 w 315941"/>
                <a:gd name="connsiteY8" fmla="*/ 260562 h 314139"/>
                <a:gd name="connsiteX9" fmla="*/ 248357 w 315941"/>
                <a:gd name="connsiteY9" fmla="*/ 288798 h 314139"/>
                <a:gd name="connsiteX10" fmla="*/ 248357 w 315941"/>
                <a:gd name="connsiteY10" fmla="*/ 304970 h 314139"/>
                <a:gd name="connsiteX11" fmla="*/ 315941 w 315941"/>
                <a:gd name="connsiteY11" fmla="*/ 304970 h 314139"/>
                <a:gd name="connsiteX12" fmla="*/ 315941 w 315941"/>
                <a:gd name="connsiteY12" fmla="*/ 9189 h 314139"/>
                <a:gd name="connsiteX13" fmla="*/ 248357 w 315941"/>
                <a:gd name="connsiteY13" fmla="*/ 9189 h 314139"/>
                <a:gd name="connsiteX14" fmla="*/ 248357 w 315941"/>
                <a:gd name="connsiteY14" fmla="*/ 22346 h 314139"/>
                <a:gd name="connsiteX15" fmla="*/ 159883 w 315941"/>
                <a:gd name="connsiteY15" fmla="*/ 248397 h 314139"/>
                <a:gd name="connsiteX16" fmla="*/ 74446 w 315941"/>
                <a:gd name="connsiteY16" fmla="*/ 156078 h 314139"/>
                <a:gd name="connsiteX17" fmla="*/ 159883 w 315941"/>
                <a:gd name="connsiteY17" fmla="*/ 64589 h 314139"/>
                <a:gd name="connsiteX18" fmla="*/ 245685 w 315941"/>
                <a:gd name="connsiteY18" fmla="*/ 156078 h 314139"/>
                <a:gd name="connsiteX19" fmla="*/ 159883 w 315941"/>
                <a:gd name="connsiteY19" fmla="*/ 248397 h 31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5941" h="314139">
                  <a:moveTo>
                    <a:pt x="248357" y="22346"/>
                  </a:moveTo>
                  <a:cubicBezTo>
                    <a:pt x="248357" y="37952"/>
                    <a:pt x="248944" y="44267"/>
                    <a:pt x="249429" y="49408"/>
                  </a:cubicBezTo>
                  <a:lnTo>
                    <a:pt x="249429" y="49611"/>
                  </a:lnTo>
                  <a:cubicBezTo>
                    <a:pt x="249429" y="49611"/>
                    <a:pt x="247405" y="49611"/>
                    <a:pt x="247405" y="49611"/>
                  </a:cubicBezTo>
                  <a:cubicBezTo>
                    <a:pt x="232326" y="21374"/>
                    <a:pt x="196358" y="0"/>
                    <a:pt x="148690" y="0"/>
                  </a:cubicBezTo>
                  <a:cubicBezTo>
                    <a:pt x="62889" y="0"/>
                    <a:pt x="0" y="65054"/>
                    <a:pt x="0" y="157130"/>
                  </a:cubicBezTo>
                  <a:cubicBezTo>
                    <a:pt x="0" y="249207"/>
                    <a:pt x="59508" y="314139"/>
                    <a:pt x="145674" y="314139"/>
                  </a:cubicBezTo>
                  <a:cubicBezTo>
                    <a:pt x="192977" y="314139"/>
                    <a:pt x="230889" y="292785"/>
                    <a:pt x="247405" y="260562"/>
                  </a:cubicBezTo>
                  <a:lnTo>
                    <a:pt x="249450" y="260562"/>
                  </a:lnTo>
                  <a:cubicBezTo>
                    <a:pt x="248842" y="267444"/>
                    <a:pt x="248357" y="275641"/>
                    <a:pt x="248357" y="288798"/>
                  </a:cubicBezTo>
                  <a:lnTo>
                    <a:pt x="248357" y="304970"/>
                  </a:lnTo>
                  <a:lnTo>
                    <a:pt x="315941" y="304970"/>
                  </a:lnTo>
                  <a:lnTo>
                    <a:pt x="315941" y="9189"/>
                  </a:lnTo>
                  <a:lnTo>
                    <a:pt x="248357" y="9189"/>
                  </a:lnTo>
                  <a:lnTo>
                    <a:pt x="248357" y="22346"/>
                  </a:lnTo>
                  <a:close/>
                  <a:moveTo>
                    <a:pt x="159883" y="248397"/>
                  </a:moveTo>
                  <a:cubicBezTo>
                    <a:pt x="110637" y="248397"/>
                    <a:pt x="74446" y="210020"/>
                    <a:pt x="74446" y="156078"/>
                  </a:cubicBezTo>
                  <a:cubicBezTo>
                    <a:pt x="74446" y="102136"/>
                    <a:pt x="110657" y="64589"/>
                    <a:pt x="159883" y="64589"/>
                  </a:cubicBezTo>
                  <a:cubicBezTo>
                    <a:pt x="209109" y="64589"/>
                    <a:pt x="245685" y="102358"/>
                    <a:pt x="245685" y="156078"/>
                  </a:cubicBezTo>
                  <a:cubicBezTo>
                    <a:pt x="245685" y="209797"/>
                    <a:pt x="209838" y="248397"/>
                    <a:pt x="159883" y="248397"/>
                  </a:cubicBez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23BA4465-6001-5FBA-42C0-0E29AB8116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72021" y="10393331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91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sert short or long title here…">
            <a:extLst>
              <a:ext uri="{FF2B5EF4-FFF2-40B4-BE49-F238E27FC236}">
                <a16:creationId xmlns:a16="http://schemas.microsoft.com/office/drawing/2014/main" id="{0E60D4BE-2023-AE18-9EF6-EAEE11658E0C}"/>
              </a:ext>
            </a:extLst>
          </p:cNvPr>
          <p:cNvSpPr txBox="1"/>
          <p:nvPr/>
        </p:nvSpPr>
        <p:spPr>
          <a:xfrm>
            <a:off x="609599" y="1440000"/>
            <a:ext cx="15011401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:a14="http://schemas.microsoft.com/office/drawing/2010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defTabSz="470262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 spc="0"/>
            </a:pPr>
            <a:r>
              <a:rPr kumimoji="0" lang="en-GB" sz="9600" b="0" i="0" u="none" strike="noStrike" kern="0" cap="none" spc="0" normalizeH="0" baseline="0" noProof="0" dirty="0">
                <a:ln>
                  <a:noFill/>
                </a:ln>
                <a:solidFill>
                  <a:srgbClr val="192B37"/>
                </a:solidFill>
                <a:effectLst/>
                <a:uLnTx/>
                <a:uFillTx/>
                <a:latin typeface="Dava Sans Medium"/>
              </a:rPr>
              <a:t>Title here</a:t>
            </a:r>
            <a:r>
              <a:rPr kumimoji="0" lang="en-GB" sz="9600" b="0" i="0" u="none" strike="noStrike" kern="0" cap="none" spc="0" normalizeH="0" baseline="0" noProof="0" dirty="0">
                <a:ln>
                  <a:noFill/>
                </a:ln>
                <a:solidFill>
                  <a:srgbClr val="FF5640"/>
                </a:solidFill>
                <a:effectLst/>
                <a:uLnTx/>
                <a:uFillTx/>
                <a:latin typeface="Dava Sans Medium"/>
              </a:rPr>
              <a:t>.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" name="Insert subtitle here">
            <a:extLst>
              <a:ext uri="{FF2B5EF4-FFF2-40B4-BE49-F238E27FC236}">
                <a16:creationId xmlns:a16="http://schemas.microsoft.com/office/drawing/2014/main" id="{F1898B8A-F924-1045-D932-83290DFEA9DC}"/>
              </a:ext>
            </a:extLst>
          </p:cNvPr>
          <p:cNvSpPr txBox="1"/>
          <p:nvPr/>
        </p:nvSpPr>
        <p:spPr>
          <a:xfrm>
            <a:off x="852326" y="2917328"/>
            <a:ext cx="22194710" cy="9358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:a14="http://schemas.microsoft.com/office/drawing/2010/main" xmlns="" val="1"/>
            </a:ext>
          </a:extLst>
        </p:spPr>
        <p:txBody>
          <a:bodyPr wrap="square" lIns="0" tIns="0" rIns="0" bIns="0" anchor="t" anchorCtr="0">
            <a:noAutofit/>
          </a:bodyPr>
          <a:lstStyle>
            <a:lvl1pPr defTabSz="470262">
              <a:lnSpc>
                <a:spcPct val="100000"/>
              </a:lnSpc>
              <a:spcBef>
                <a:spcPts val="0"/>
              </a:spcBef>
              <a:defRPr sz="1600" spc="0">
                <a:solidFill>
                  <a:srgbClr val="FF5640"/>
                </a:solidFill>
                <a:latin typeface="+mj-lt"/>
              </a:defRPr>
            </a:lvl1pPr>
          </a:lstStyle>
          <a:p>
            <a:pPr defTabSz="469900">
              <a:lnSpc>
                <a:spcPct val="110000"/>
              </a:lnSpc>
            </a:pPr>
            <a:r>
              <a:rPr lang="en-GB" sz="2200" dirty="0">
                <a:solidFill>
                  <a:srgbClr val="192B37"/>
                </a:solidFill>
                <a:latin typeface="Dava Sans"/>
              </a:rPr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509731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593446"/>
      </p:ext>
    </p:extLst>
  </p:cSld>
  <p:clrMapOvr>
    <a:masterClrMapping/>
  </p:clrMapOvr>
</p:sld>
</file>

<file path=ppt/theme/theme1.xml><?xml version="1.0" encoding="utf-8"?>
<a:theme xmlns:a="http://schemas.openxmlformats.org/drawingml/2006/main" name="Endava Light Theme ">
  <a:themeElements>
    <a:clrScheme name="DV:Light - Default">
      <a:dk1>
        <a:srgbClr val="192B37"/>
      </a:dk1>
      <a:lt1>
        <a:srgbClr val="FFFFFF"/>
      </a:lt1>
      <a:dk2>
        <a:srgbClr val="FFFFFF"/>
      </a:dk2>
      <a:lt2>
        <a:srgbClr val="192B37"/>
      </a:lt2>
      <a:accent1>
        <a:srgbClr val="BABFC3"/>
      </a:accent1>
      <a:accent2>
        <a:srgbClr val="BABFC3"/>
      </a:accent2>
      <a:accent3>
        <a:srgbClr val="BABFC3"/>
      </a:accent3>
      <a:accent4>
        <a:srgbClr val="BABFC3"/>
      </a:accent4>
      <a:accent5>
        <a:srgbClr val="BABFC3"/>
      </a:accent5>
      <a:accent6>
        <a:srgbClr val="BABFC3"/>
      </a:accent6>
      <a:hlink>
        <a:srgbClr val="FF5640"/>
      </a:hlink>
      <a:folHlink>
        <a:srgbClr val="FF5640"/>
      </a:folHlink>
    </a:clrScheme>
    <a:fontScheme name="Dava-Style-Font-Theme">
      <a:majorFont>
        <a:latin typeface="Dava Sans Medium"/>
        <a:ea typeface=""/>
        <a:cs typeface=""/>
      </a:majorFont>
      <a:minorFont>
        <a:latin typeface="Dav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lIns="180000" tIns="180000" rIns="180000" bIns="180000" rtlCol="0" anchor="t" anchorCtr="0"/>
      <a:lstStyle>
        <a:defPPr algn="l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bg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Aft>
            <a:spcPts val="0"/>
          </a:spcAft>
          <a:defRPr sz="2000" dirty="0" err="1" smtClean="0">
            <a:solidFill>
              <a:schemeClr val="tx1"/>
            </a:solidFill>
          </a:defRPr>
        </a:defPPr>
      </a:lstStyle>
    </a:txDef>
  </a:objectDefaults>
  <a:extraClrSchemeLst>
    <a:extraClrScheme>
      <a:clrScheme name="DV:Light - Default">
        <a:dk1>
          <a:srgbClr val="192B37"/>
        </a:dk1>
        <a:lt1>
          <a:srgbClr val="FFFFFF"/>
        </a:lt1>
        <a:dk2>
          <a:srgbClr val="FFFFFF"/>
        </a:dk2>
        <a:lt2>
          <a:srgbClr val="192B37"/>
        </a:lt2>
        <a:accent1>
          <a:srgbClr val="BABFC3"/>
        </a:accent1>
        <a:accent2>
          <a:srgbClr val="BABFC3"/>
        </a:accent2>
        <a:accent3>
          <a:srgbClr val="BABFC3"/>
        </a:accent3>
        <a:accent4>
          <a:srgbClr val="BABFC3"/>
        </a:accent4>
        <a:accent5>
          <a:srgbClr val="BABFC3"/>
        </a:accent5>
        <a:accent6>
          <a:srgbClr val="BABFC3"/>
        </a:accent6>
        <a:hlink>
          <a:srgbClr val="FF5640"/>
        </a:hlink>
        <a:folHlink>
          <a:srgbClr val="FF5640"/>
        </a:folHlink>
      </a:clrScheme>
    </a:extraClrScheme>
    <a:extraClrScheme>
      <a:clrScheme name="DV:Dark - Variant">
        <a:dk1>
          <a:srgbClr val="FFFFFF"/>
        </a:dk1>
        <a:lt1>
          <a:srgbClr val="192B37"/>
        </a:lt1>
        <a:dk2>
          <a:srgbClr val="192B37"/>
        </a:dk2>
        <a:lt2>
          <a:srgbClr val="FFFFFF"/>
        </a:lt2>
        <a:accent1>
          <a:srgbClr val="BABFC3"/>
        </a:accent1>
        <a:accent2>
          <a:srgbClr val="BABFC3"/>
        </a:accent2>
        <a:accent3>
          <a:srgbClr val="BABFC3"/>
        </a:accent3>
        <a:accent4>
          <a:srgbClr val="BABFC3"/>
        </a:accent4>
        <a:accent5>
          <a:srgbClr val="BABFC3"/>
        </a:accent5>
        <a:accent6>
          <a:srgbClr val="BABFC3"/>
        </a:accent6>
        <a:hlink>
          <a:srgbClr val="FF5640"/>
        </a:hlink>
        <a:folHlink>
          <a:srgbClr val="FF5640"/>
        </a:folHlink>
      </a:clrScheme>
    </a:extraClrScheme>
  </a:extraClrSchemeLst>
  <a:custClrLst>
    <a:custClr name="Red-Orange">
      <a:srgbClr val="FF564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Solid-Blue-100">
      <a:srgbClr val="192B37"/>
    </a:custClr>
    <a:custClr name="Solid-Blue-90">
      <a:srgbClr val="30404B"/>
    </a:custClr>
    <a:custClr name="Solid-Blue-80">
      <a:srgbClr val="47555F"/>
    </a:custClr>
    <a:custClr name="Solid-Blue-70">
      <a:srgbClr val="5E6A73"/>
    </a:custClr>
    <a:custClr name="Solid-Blue-60">
      <a:srgbClr val="758087"/>
    </a:custClr>
    <a:custClr name="Solid-Blue-50">
      <a:srgbClr val="8C959B"/>
    </a:custClr>
    <a:custClr name="Solid-Blue-40">
      <a:srgbClr val="A3AAAF"/>
    </a:custClr>
    <a:custClr name="Solid-Blue-30">
      <a:srgbClr val="BABFC3"/>
    </a:custClr>
    <a:custClr name="Solid-Blue-20">
      <a:srgbClr val="D1D5D7"/>
    </a:custClr>
    <a:custClr name="Solid-Blue-10">
      <a:srgbClr val="E8EAEB"/>
    </a:custClr>
    <a:custClr name="Data-Blue">
      <a:srgbClr val="5899C4"/>
    </a:custClr>
    <a:custClr name="Data-Yellow">
      <a:srgbClr val="CF820E"/>
    </a:custClr>
    <a:custClr name="Data-Green">
      <a:srgbClr val="30A661"/>
    </a:custClr>
    <a:custClr name="Data-Violet">
      <a:srgbClr val="8684BF"/>
    </a:custClr>
    <a:custClr name="Data-Grass-Green">
      <a:srgbClr val="7B9922"/>
    </a:custClr>
    <a:custClr name="Data-Brown">
      <a:srgbClr val="998F63"/>
    </a:custClr>
    <a:custClr name="Data-Grey">
      <a:srgbClr val="7C94A6"/>
    </a:custClr>
    <a:custClr name="Data-Teal">
      <a:srgbClr val="3E9C8F"/>
    </a:custClr>
    <a:custClr name="BLANK">
      <a:srgbClr val="FFFFFF"/>
    </a:custClr>
    <a:custClr name="BLANK">
      <a:srgbClr val="FFFFFF"/>
    </a:custClr>
    <a:custClr name="LB-Negative">
      <a:srgbClr val="D4403B"/>
    </a:custClr>
    <a:custClr name="DB-Negative">
      <a:srgbClr val="E84641"/>
    </a:custClr>
    <a:custClr name="LM-Warning">
      <a:srgbClr val="EB9410"/>
    </a:custClr>
    <a:custClr name="DB-Warning">
      <a:srgbClr val="F99C11"/>
    </a:custClr>
    <a:custClr name="LB-Positive">
      <a:srgbClr val="2D9C5B"/>
    </a:custClr>
    <a:custClr name="DB-Positive">
      <a:srgbClr val="3DD17B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ta-Grey2">
      <a:srgbClr val="3D4952"/>
    </a:custClr>
    <a:custClr name="Medium-Blue">
      <a:srgbClr val="417191"/>
    </a:custClr>
    <a:custClr name="Bright-Grey">
      <a:srgbClr val="8AA5B8"/>
    </a:custClr>
    <a:custClr name="Bright-Blue">
      <a:srgbClr val="68B5E8"/>
    </a:custClr>
  </a:custClrLst>
  <a:extLst>
    <a:ext uri="{05A4C25C-085E-4340-85A3-A5531E510DB2}">
      <thm15:themeFamily xmlns:thm15="http://schemas.microsoft.com/office/thememl/2012/main" name="Office Theme" id="{7EFC58D1-BEA1-469A-AA13-980CE3291C42}" vid="{E142979D-B4BC-4CC7-BE4D-4D3E3AFF3692}"/>
    </a:ext>
  </a:extLst>
</a:theme>
</file>

<file path=ppt/theme/theme2.xml><?xml version="1.0" encoding="utf-8"?>
<a:theme xmlns:a="http://schemas.openxmlformats.org/drawingml/2006/main" name="Endava Dark Theme">
  <a:themeElements>
    <a:clrScheme name="DV:Dark - Default">
      <a:dk1>
        <a:srgbClr val="FFFFFF"/>
      </a:dk1>
      <a:lt1>
        <a:srgbClr val="192B37"/>
      </a:lt1>
      <a:dk2>
        <a:srgbClr val="192B37"/>
      </a:dk2>
      <a:lt2>
        <a:srgbClr val="FFFFFF"/>
      </a:lt2>
      <a:accent1>
        <a:srgbClr val="BABFC3"/>
      </a:accent1>
      <a:accent2>
        <a:srgbClr val="BABFC3"/>
      </a:accent2>
      <a:accent3>
        <a:srgbClr val="BABFC3"/>
      </a:accent3>
      <a:accent4>
        <a:srgbClr val="BABFC3"/>
      </a:accent4>
      <a:accent5>
        <a:srgbClr val="BABFC3"/>
      </a:accent5>
      <a:accent6>
        <a:srgbClr val="BABFC3"/>
      </a:accent6>
      <a:hlink>
        <a:srgbClr val="FF5640"/>
      </a:hlink>
      <a:folHlink>
        <a:srgbClr val="FF5640"/>
      </a:folHlink>
    </a:clrScheme>
    <a:fontScheme name="Dava-Style-Font-Theme">
      <a:majorFont>
        <a:latin typeface="Dava Sans Medium"/>
        <a:ea typeface=""/>
        <a:cs typeface=""/>
      </a:majorFont>
      <a:minorFont>
        <a:latin typeface="Dav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lIns="180000" tIns="180000" rIns="180000" bIns="180000" rtlCol="0" anchor="t" anchorCtr="0"/>
      <a:lstStyle>
        <a:defPPr algn="l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bg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Aft>
            <a:spcPts val="0"/>
          </a:spcAft>
          <a:defRPr sz="2000" dirty="0" err="1" smtClean="0">
            <a:solidFill>
              <a:schemeClr val="tx1"/>
            </a:solidFill>
          </a:defRPr>
        </a:defPPr>
      </a:lstStyle>
    </a:txDef>
  </a:objectDefaults>
  <a:extraClrSchemeLst>
    <a:extraClrScheme>
      <a:clrScheme name="DV:Dark - Default">
        <a:dk1>
          <a:srgbClr val="FFFFFF"/>
        </a:dk1>
        <a:lt1>
          <a:srgbClr val="192B37"/>
        </a:lt1>
        <a:dk2>
          <a:srgbClr val="192B37"/>
        </a:dk2>
        <a:lt2>
          <a:srgbClr val="FFFFFF"/>
        </a:lt2>
        <a:accent1>
          <a:srgbClr val="BABFC3"/>
        </a:accent1>
        <a:accent2>
          <a:srgbClr val="BABFC3"/>
        </a:accent2>
        <a:accent3>
          <a:srgbClr val="BABFC3"/>
        </a:accent3>
        <a:accent4>
          <a:srgbClr val="BABFC3"/>
        </a:accent4>
        <a:accent5>
          <a:srgbClr val="BABFC3"/>
        </a:accent5>
        <a:accent6>
          <a:srgbClr val="BABFC3"/>
        </a:accent6>
        <a:hlink>
          <a:srgbClr val="FF5640"/>
        </a:hlink>
        <a:folHlink>
          <a:srgbClr val="FF5640"/>
        </a:folHlink>
      </a:clrScheme>
    </a:extraClrScheme>
    <a:extraClrScheme>
      <a:clrScheme name="DV:Light - Variant">
        <a:dk1>
          <a:srgbClr val="192B37"/>
        </a:dk1>
        <a:lt1>
          <a:srgbClr val="FFFFFF"/>
        </a:lt1>
        <a:dk2>
          <a:srgbClr val="FFFFFF"/>
        </a:dk2>
        <a:lt2>
          <a:srgbClr val="192B37"/>
        </a:lt2>
        <a:accent1>
          <a:srgbClr val="BABFC3"/>
        </a:accent1>
        <a:accent2>
          <a:srgbClr val="BABFC3"/>
        </a:accent2>
        <a:accent3>
          <a:srgbClr val="BABFC3"/>
        </a:accent3>
        <a:accent4>
          <a:srgbClr val="BABFC3"/>
        </a:accent4>
        <a:accent5>
          <a:srgbClr val="BABFC3"/>
        </a:accent5>
        <a:accent6>
          <a:srgbClr val="BABFC3"/>
        </a:accent6>
        <a:hlink>
          <a:srgbClr val="FF5640"/>
        </a:hlink>
        <a:folHlink>
          <a:srgbClr val="FF5640"/>
        </a:folHlink>
      </a:clrScheme>
    </a:extraClrScheme>
  </a:extraClrSchemeLst>
  <a:custClrLst>
    <a:custClr name="Red-Orange">
      <a:srgbClr val="FF564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Solid-Blue-100">
      <a:srgbClr val="192B37"/>
    </a:custClr>
    <a:custClr name="Solid-Blue-90">
      <a:srgbClr val="30404B"/>
    </a:custClr>
    <a:custClr name="Solid-Blue-80">
      <a:srgbClr val="47555F"/>
    </a:custClr>
    <a:custClr name="Solid-Blue-70">
      <a:srgbClr val="5E6A73"/>
    </a:custClr>
    <a:custClr name="Solid-Blue-60">
      <a:srgbClr val="758087"/>
    </a:custClr>
    <a:custClr name="Solid-Blue-50">
      <a:srgbClr val="8C959B"/>
    </a:custClr>
    <a:custClr name="Solid-Blue-40">
      <a:srgbClr val="A3AAAF"/>
    </a:custClr>
    <a:custClr name="Solid-Blue-30">
      <a:srgbClr val="BABFC3"/>
    </a:custClr>
    <a:custClr name="Solid-Blue-20">
      <a:srgbClr val="D1D5D7"/>
    </a:custClr>
    <a:custClr name="Solid-Blue-10">
      <a:srgbClr val="E8EAEB"/>
    </a:custClr>
    <a:custClr name="Data-Blue">
      <a:srgbClr val="5899C4"/>
    </a:custClr>
    <a:custClr name="Data-Yellow">
      <a:srgbClr val="CF820E"/>
    </a:custClr>
    <a:custClr name="Data-Green">
      <a:srgbClr val="30A661"/>
    </a:custClr>
    <a:custClr name="Data-Violet">
      <a:srgbClr val="8684BF"/>
    </a:custClr>
    <a:custClr name="Data-Grass-Green">
      <a:srgbClr val="7B9922"/>
    </a:custClr>
    <a:custClr name="Data-Brown">
      <a:srgbClr val="998F63"/>
    </a:custClr>
    <a:custClr name="Data-Grey">
      <a:srgbClr val="7C94A6"/>
    </a:custClr>
    <a:custClr name="Data-Teal">
      <a:srgbClr val="3E9C8F"/>
    </a:custClr>
    <a:custClr name="BLANK">
      <a:srgbClr val="FFFFFF"/>
    </a:custClr>
    <a:custClr name="BLANK">
      <a:srgbClr val="FFFFFF"/>
    </a:custClr>
    <a:custClr name="LB-Negative">
      <a:srgbClr val="D4403B"/>
    </a:custClr>
    <a:custClr name="DB-Negative">
      <a:srgbClr val="E84641"/>
    </a:custClr>
    <a:custClr name="LM-Warning">
      <a:srgbClr val="EB9410"/>
    </a:custClr>
    <a:custClr name="DB-Warning">
      <a:srgbClr val="F99C11"/>
    </a:custClr>
    <a:custClr name="LB-Positive">
      <a:srgbClr val="2D9C5B"/>
    </a:custClr>
    <a:custClr name="DB-Positive">
      <a:srgbClr val="3DD17B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ta-Grey2">
      <a:srgbClr val="3D4952"/>
    </a:custClr>
    <a:custClr name="Medium-Blue">
      <a:srgbClr val="417191"/>
    </a:custClr>
    <a:custClr name="Bright-Grey">
      <a:srgbClr val="8AA5B8"/>
    </a:custClr>
    <a:custClr name="Bright-Blue">
      <a:srgbClr val="68B5E8"/>
    </a:custClr>
  </a:custClrLst>
  <a:extLst>
    <a:ext uri="{05A4C25C-085E-4340-85A3-A5531E510DB2}">
      <thm15:themeFamily xmlns:thm15="http://schemas.microsoft.com/office/thememl/2012/main" name="Office Theme" id="{7EFC58D1-BEA1-469A-AA13-980CE3291C42}" vid="{E142979D-B4BC-4CC7-BE4D-4D3E3AFF369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f16b87-0624-477d-ba0a-750d221ab23c">
      <Terms xmlns="http://schemas.microsoft.com/office/infopath/2007/PartnerControls"/>
    </lcf76f155ced4ddcb4097134ff3c332f>
    <TaxCatchAll xmlns="8168535b-5d60-42ad-a65e-bf2e941e3ec4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E1A3AB7BB67645ADF34C3F66D16019" ma:contentTypeVersion="13" ma:contentTypeDescription="Create a new document." ma:contentTypeScope="" ma:versionID="38158e6181360e893f6f080a5dc4da15">
  <xsd:schema xmlns:xsd="http://www.w3.org/2001/XMLSchema" xmlns:xs="http://www.w3.org/2001/XMLSchema" xmlns:p="http://schemas.microsoft.com/office/2006/metadata/properties" xmlns:ns1="http://schemas.microsoft.com/sharepoint/v3" xmlns:ns2="d2f16b87-0624-477d-ba0a-750d221ab23c" xmlns:ns3="8168535b-5d60-42ad-a65e-bf2e941e3ec4" targetNamespace="http://schemas.microsoft.com/office/2006/metadata/properties" ma:root="true" ma:fieldsID="f97f9ccdd36212ae9f5c407e34103b46" ns1:_="" ns2:_="" ns3:_="">
    <xsd:import namespace="http://schemas.microsoft.com/sharepoint/v3"/>
    <xsd:import namespace="d2f16b87-0624-477d-ba0a-750d221ab23c"/>
    <xsd:import namespace="8168535b-5d60-42ad-a65e-bf2e941e3ec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f16b87-0624-477d-ba0a-750d221ab23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cda9fbb2-20ec-4b38-b475-624b712916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68535b-5d60-42ad-a65e-bf2e941e3ec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c2d09db-f028-4af3-897f-09bcaa6006ba}" ma:internalName="TaxCatchAll" ma:showField="CatchAllData" ma:web="8168535b-5d60-42ad-a65e-bf2e941e3e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20AA17-8C35-426D-8A92-68443FC8801D}">
  <ds:schemaRefs>
    <ds:schemaRef ds:uri="http://schemas.microsoft.com/office/2006/metadata/properties"/>
    <ds:schemaRef ds:uri="http://schemas.microsoft.com/office/infopath/2007/PartnerControls"/>
    <ds:schemaRef ds:uri="d2f16b87-0624-477d-ba0a-750d221ab23c"/>
    <ds:schemaRef ds:uri="8168535b-5d60-42ad-a65e-bf2e941e3ec4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1E1B6678-1A86-40B1-B12C-DC6F3675A3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2f16b87-0624-477d-ba0a-750d221ab23c"/>
    <ds:schemaRef ds:uri="8168535b-5d60-42ad-a65e-bf2e941e3e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313038-E4EF-43EF-BA80-A6CFEF4CE81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3de93b7-8949-4e3d-a08b-0d778f7f5cab}" enabled="1" method="Standard" siteId="{0b3fc178-b730-4e8b-9843-e81259237b7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9874</TotalTime>
  <Words>12</Words>
  <Application>Microsoft Macintosh PowerPoint</Application>
  <PresentationFormat>Custom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Dava Sans</vt:lpstr>
      <vt:lpstr>Dava Sans Medium</vt:lpstr>
      <vt:lpstr>Endava Light Theme </vt:lpstr>
      <vt:lpstr>Endava Dark Theme</vt:lpstr>
      <vt:lpstr>PowerPoint Presentation</vt:lpstr>
      <vt:lpstr>PowerPoint Presentation</vt:lpstr>
      <vt:lpstr>PowerPoint Presentation</vt:lpstr>
    </vt:vector>
  </TitlesOfParts>
  <Company>Endava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Endava Presentation</dc:title>
  <dc:creator>Gabriel Teodor Pogor</dc:creator>
  <cp:lastModifiedBy>Stuart Sly</cp:lastModifiedBy>
  <cp:revision>70</cp:revision>
  <dcterms:created xsi:type="dcterms:W3CDTF">2025-01-10T22:42:16Z</dcterms:created>
  <dcterms:modified xsi:type="dcterms:W3CDTF">2026-03-19T13:27:22Z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0x01010060E1A3AB7BB67645ADF34C3F66D16019</vt:lpwstr>
  </property>
</Properties>
</file>